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7BD7"/>
    <a:srgbClr val="DBCCF0"/>
    <a:srgbClr val="02BBB9"/>
    <a:srgbClr val="E1E9F7"/>
    <a:srgbClr val="BDE8E8"/>
    <a:srgbClr val="F2EFF7"/>
    <a:srgbClr val="448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06C19-3930-4283-BB08-33440912C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94233B-3BCF-4685-B1B9-5124463C6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DE9AD3-7F10-4708-A609-BA0B0B27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C16BAF-BABC-4AFC-A926-8C5F65C1F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993E94-112C-443D-B353-ECB8779C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4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A8A9E4-888E-42E2-A961-D3901430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087052-9540-4E7D-9591-6BA69A66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221659-06FD-4A94-AADB-A913E2D8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A2B944-F5E8-40D7-A2D9-818FEAE9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BACF5B-0A54-4E9F-B074-6A0889ED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37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280FE-7859-41F0-9CAE-E0C82720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192C0-405D-4F91-A380-8F6C033E1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E8853A-885E-4EE2-A99C-36646215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41DF34-B0B5-4666-84A5-223E9DD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4BDDD9-2D32-4D3A-83D2-5F7BA57D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335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6E6BD-67C3-49C6-B559-4DD48786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A0F550-7CFA-4CBB-9516-DA56F10BF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D3F3CC-D21D-49EC-8384-B05BD5215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48BF1C-8014-45A8-AC87-0E642110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07A1E4-DAB0-4B06-B901-3795B448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F8741-A7CD-4D20-B77B-0B40BC73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38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C70ED-F427-414A-9CC4-F68C7A41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38E8FF-7D18-4827-9024-20DD43BA1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A309F7-FBB3-493F-9AD6-211F1D85A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5CED1C-B186-48B6-84A0-EAA1869DF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9827E51-E3E1-4089-AA07-7D20B4014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D9F8A6-3CE3-4FDA-B931-1756EF0F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A421A4-CF73-4EF6-A0B6-F73561E2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EAA63B-6299-47B2-B41A-3D82D91A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51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B2D51-D403-4E84-8B49-65515A3D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B16478-2D62-4DD4-AA38-B14CC9B9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11F662-4F5D-4886-8E66-4C247F82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F15F61-088B-46D7-89A5-AC722C73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94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1A41DA-0266-4AB4-84FB-4A03388E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8C5614-27ED-43EB-80D6-2DCE5DC5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D54381-2271-42AC-9506-CAC43F5B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00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C30BF-5503-494D-A6EB-4B51B457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2A96EC-9B0B-4110-9289-EC845B2A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EE14E8-02C2-4E80-BE66-006C2610D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8C4FA6-C09F-4A35-814B-A206823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69A92-03FB-48C4-A7AE-832E2A86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CC4A75-3497-46A3-8649-7F05234D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461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092A6-2DC7-48FE-AA06-FD0B1574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DCDE3C2-9E02-4EB3-8D9E-9B5D0E100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78EC44-DC8D-47A9-9232-3243D4CCF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B23210-9EAD-445D-879B-3857C159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EDAAD8-E400-4033-A482-5B0D8EDEB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C365FF-1C3D-4AA8-8D18-C05BC5D4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98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392458-0730-4F41-B921-509DB7DD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3D6013-505E-4257-B93C-454917E06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143981-BE55-4026-88D3-F5D35F91C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6151C5-A124-4693-990B-E00ECCA95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FD058D-2963-4AA8-85E4-4E17A49A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432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F772F78-D832-432E-B2F1-36063DCC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C239E0-7518-47C9-AE50-0C1ABD30D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7C045B-36F6-4D86-8B46-D8DD22F40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4A08FC-E5EA-4B3D-BE3C-7B40ADA2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4DFC70-F7D5-495C-832C-9A65A985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03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7B6CB0-6ADC-4B9E-936F-9799E2A7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4FE430-8D73-4827-ACEC-7DF4D38F0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819883-0B61-403F-8063-BAFE69EB3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2883F-8AA3-4296-97B4-5B8D42F87621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9626F0-D9B3-4D57-A189-E252A4F4B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8B56FC-796A-40AF-8777-0DEB85136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219A-B285-4068-BF12-DBD21791E8C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67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ute 3">
            <a:extLst>
              <a:ext uri="{FF2B5EF4-FFF2-40B4-BE49-F238E27FC236}">
                <a16:creationId xmlns:a16="http://schemas.microsoft.com/office/drawing/2014/main" id="{E5DC391B-3CD1-4872-B1D4-0111580556C0}"/>
              </a:ext>
            </a:extLst>
          </p:cNvPr>
          <p:cNvSpPr/>
          <p:nvPr/>
        </p:nvSpPr>
        <p:spPr>
          <a:xfrm>
            <a:off x="7311856" y="2666355"/>
            <a:ext cx="3967090" cy="4009292"/>
          </a:xfrm>
          <a:prstGeom prst="diamond">
            <a:avLst/>
          </a:prstGeom>
          <a:solidFill>
            <a:srgbClr val="E1E9F7"/>
          </a:solidFill>
          <a:ln>
            <a:solidFill>
              <a:srgbClr val="448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lt1"/>
              </a:solidFill>
            </a:endParaRPr>
          </a:p>
        </p:txBody>
      </p:sp>
      <p:sp>
        <p:nvSpPr>
          <p:cNvPr id="5" name="Raute 4">
            <a:extLst>
              <a:ext uri="{FF2B5EF4-FFF2-40B4-BE49-F238E27FC236}">
                <a16:creationId xmlns:a16="http://schemas.microsoft.com/office/drawing/2014/main" id="{2FE2E801-92C2-41CD-9753-BB762743A6D6}"/>
              </a:ext>
            </a:extLst>
          </p:cNvPr>
          <p:cNvSpPr/>
          <p:nvPr/>
        </p:nvSpPr>
        <p:spPr>
          <a:xfrm>
            <a:off x="1078522" y="2697408"/>
            <a:ext cx="3967090" cy="4009292"/>
          </a:xfrm>
          <a:prstGeom prst="diamond">
            <a:avLst/>
          </a:prstGeom>
          <a:solidFill>
            <a:srgbClr val="E1E9F7"/>
          </a:solidFill>
          <a:ln>
            <a:solidFill>
              <a:srgbClr val="448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lt1"/>
              </a:solidFill>
            </a:endParaRPr>
          </a:p>
        </p:txBody>
      </p:sp>
      <p:sp>
        <p:nvSpPr>
          <p:cNvPr id="6" name="Raute 5">
            <a:extLst>
              <a:ext uri="{FF2B5EF4-FFF2-40B4-BE49-F238E27FC236}">
                <a16:creationId xmlns:a16="http://schemas.microsoft.com/office/drawing/2014/main" id="{7D98D575-5573-47B4-BE56-A210689C3E00}"/>
              </a:ext>
            </a:extLst>
          </p:cNvPr>
          <p:cNvSpPr/>
          <p:nvPr/>
        </p:nvSpPr>
        <p:spPr>
          <a:xfrm>
            <a:off x="4112455" y="183439"/>
            <a:ext cx="3967090" cy="4009292"/>
          </a:xfrm>
          <a:prstGeom prst="diamond">
            <a:avLst/>
          </a:prstGeom>
          <a:solidFill>
            <a:srgbClr val="E1E9F7"/>
          </a:solidFill>
          <a:ln>
            <a:solidFill>
              <a:srgbClr val="4488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lt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DD2ADFD-08E4-41A8-A364-97122D9D5FE6}"/>
              </a:ext>
            </a:extLst>
          </p:cNvPr>
          <p:cNvSpPr txBox="1"/>
          <p:nvPr/>
        </p:nvSpPr>
        <p:spPr>
          <a:xfrm>
            <a:off x="5139397" y="5766416"/>
            <a:ext cx="1913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BATTERY</a:t>
            </a:r>
            <a:br>
              <a:rPr lang="de-DE" dirty="0"/>
            </a:br>
            <a:r>
              <a:rPr lang="de-DE" dirty="0"/>
              <a:t>MANAGEMENT</a:t>
            </a:r>
            <a:br>
              <a:rPr lang="de-DE" dirty="0"/>
            </a:br>
            <a:r>
              <a:rPr lang="de-DE" dirty="0"/>
              <a:t>REQUIREMENTS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35AC280-14F4-47BC-8084-9E6CD0C56B78}"/>
              </a:ext>
            </a:extLst>
          </p:cNvPr>
          <p:cNvSpPr txBox="1"/>
          <p:nvPr/>
        </p:nvSpPr>
        <p:spPr>
          <a:xfrm rot="18856117">
            <a:off x="7858560" y="2909982"/>
            <a:ext cx="163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PERFORMANCE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060769-5535-4D1C-8B44-E84A3317EF0E}"/>
              </a:ext>
            </a:extLst>
          </p:cNvPr>
          <p:cNvSpPr txBox="1"/>
          <p:nvPr/>
        </p:nvSpPr>
        <p:spPr>
          <a:xfrm rot="18889034">
            <a:off x="3653178" y="1371706"/>
            <a:ext cx="147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DEPLOYMENT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E00BB0-B06D-4A3A-9CE4-6815F123B021}"/>
              </a:ext>
            </a:extLst>
          </p:cNvPr>
          <p:cNvSpPr txBox="1"/>
          <p:nvPr/>
        </p:nvSpPr>
        <p:spPr>
          <a:xfrm rot="18825801">
            <a:off x="-139771" y="3963012"/>
            <a:ext cx="287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HARDWARE</a:t>
            </a:r>
          </a:p>
        </p:txBody>
      </p:sp>
      <p:sp>
        <p:nvSpPr>
          <p:cNvPr id="66" name="Flussdiagramm: Verbinder 65">
            <a:extLst>
              <a:ext uri="{FF2B5EF4-FFF2-40B4-BE49-F238E27FC236}">
                <a16:creationId xmlns:a16="http://schemas.microsoft.com/office/drawing/2014/main" id="{381687C1-43D9-44DA-B38F-839D27E7CE34}"/>
              </a:ext>
            </a:extLst>
          </p:cNvPr>
          <p:cNvSpPr/>
          <p:nvPr/>
        </p:nvSpPr>
        <p:spPr>
          <a:xfrm>
            <a:off x="4564947" y="4310977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48BB8563-A2BD-4917-80E9-FC0E03C5F62D}"/>
              </a:ext>
            </a:extLst>
          </p:cNvPr>
          <p:cNvCxnSpPr>
            <a:cxnSpLocks/>
          </p:cNvCxnSpPr>
          <p:nvPr/>
        </p:nvCxnSpPr>
        <p:spPr>
          <a:xfrm flipH="1">
            <a:off x="3445413" y="3753157"/>
            <a:ext cx="43182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B8B4AF73-4AE1-422B-88D2-6A76E0549BFF}"/>
              </a:ext>
            </a:extLst>
          </p:cNvPr>
          <p:cNvCxnSpPr>
            <a:cxnSpLocks/>
          </p:cNvCxnSpPr>
          <p:nvPr/>
        </p:nvCxnSpPr>
        <p:spPr>
          <a:xfrm flipH="1" flipV="1">
            <a:off x="3877235" y="3752533"/>
            <a:ext cx="748266" cy="75352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87003823-CE71-4577-BC99-2B64E01F1940}"/>
              </a:ext>
            </a:extLst>
          </p:cNvPr>
          <p:cNvCxnSpPr>
            <a:cxnSpLocks/>
            <a:stCxn id="142" idx="1"/>
          </p:cNvCxnSpPr>
          <p:nvPr/>
        </p:nvCxnSpPr>
        <p:spPr>
          <a:xfrm flipH="1" flipV="1">
            <a:off x="5596499" y="4690701"/>
            <a:ext cx="252922" cy="29163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12BB4C21-FB82-420C-B3CC-936A22F5C74B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5331636" y="4694322"/>
            <a:ext cx="281759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2A712AFD-A281-48CB-BB9E-C0784C9C2BE5}"/>
              </a:ext>
            </a:extLst>
          </p:cNvPr>
          <p:cNvSpPr txBox="1"/>
          <p:nvPr/>
        </p:nvSpPr>
        <p:spPr>
          <a:xfrm>
            <a:off x="1916914" y="5331610"/>
            <a:ext cx="2277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/>
              <a:t>Inference</a:t>
            </a:r>
            <a:r>
              <a:rPr lang="de-DE" sz="1600" dirty="0"/>
              <a:t> Time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CE3B3145-3B52-4BF7-A5AD-B2F81B4958C7}"/>
              </a:ext>
            </a:extLst>
          </p:cNvPr>
          <p:cNvSpPr txBox="1"/>
          <p:nvPr/>
        </p:nvSpPr>
        <p:spPr>
          <a:xfrm>
            <a:off x="2084785" y="4193625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Flash </a:t>
            </a:r>
            <a:r>
              <a:rPr lang="de-DE" sz="1600" dirty="0" err="1"/>
              <a:t>usage</a:t>
            </a:r>
            <a:endParaRPr lang="de-DE" sz="1600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B6F09700-AEC2-4C69-B718-629833DAE75D}"/>
              </a:ext>
            </a:extLst>
          </p:cNvPr>
          <p:cNvSpPr txBox="1"/>
          <p:nvPr/>
        </p:nvSpPr>
        <p:spPr>
          <a:xfrm>
            <a:off x="2081638" y="3082679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RAM </a:t>
            </a:r>
            <a:r>
              <a:rPr lang="de-DE" sz="1600" dirty="0" err="1"/>
              <a:t>usage</a:t>
            </a:r>
            <a:endParaRPr lang="de-DE" sz="1600" dirty="0"/>
          </a:p>
        </p:txBody>
      </p:sp>
      <p:sp>
        <p:nvSpPr>
          <p:cNvPr id="72" name="Flussdiagramm: Verbinder 71">
            <a:extLst>
              <a:ext uri="{FF2B5EF4-FFF2-40B4-BE49-F238E27FC236}">
                <a16:creationId xmlns:a16="http://schemas.microsoft.com/office/drawing/2014/main" id="{183C9FAC-D2B9-46E7-928F-4259EA4069A0}"/>
              </a:ext>
            </a:extLst>
          </p:cNvPr>
          <p:cNvSpPr/>
          <p:nvPr/>
        </p:nvSpPr>
        <p:spPr>
          <a:xfrm>
            <a:off x="2678722" y="4497674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2" name="Grafik 51" descr="Diskette">
            <a:extLst>
              <a:ext uri="{FF2B5EF4-FFF2-40B4-BE49-F238E27FC236}">
                <a16:creationId xmlns:a16="http://schemas.microsoft.com/office/drawing/2014/main" id="{F7AB61D4-8BFD-4023-81C7-3E0C407F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2961" y="4562843"/>
            <a:ext cx="647692" cy="647692"/>
          </a:xfrm>
          <a:prstGeom prst="rect">
            <a:avLst/>
          </a:prstGeom>
        </p:spPr>
      </p:pic>
      <p:pic>
        <p:nvPicPr>
          <p:cNvPr id="56" name="Grafik 55" descr="Prozessor">
            <a:extLst>
              <a:ext uri="{FF2B5EF4-FFF2-40B4-BE49-F238E27FC236}">
                <a16:creationId xmlns:a16="http://schemas.microsoft.com/office/drawing/2014/main" id="{B41AD8A6-1337-43CA-A98B-4257B7E06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112" y="4405339"/>
            <a:ext cx="593431" cy="593431"/>
          </a:xfrm>
          <a:prstGeom prst="rect">
            <a:avLst/>
          </a:prstGeom>
          <a:effectLst/>
        </p:spPr>
      </p:pic>
      <p:sp>
        <p:nvSpPr>
          <p:cNvPr id="63" name="Flussdiagramm: Verbinder 62">
            <a:extLst>
              <a:ext uri="{FF2B5EF4-FFF2-40B4-BE49-F238E27FC236}">
                <a16:creationId xmlns:a16="http://schemas.microsoft.com/office/drawing/2014/main" id="{6D96D6ED-2324-406E-947B-8B9702BEA752}"/>
              </a:ext>
            </a:extLst>
          </p:cNvPr>
          <p:cNvSpPr/>
          <p:nvPr/>
        </p:nvSpPr>
        <p:spPr>
          <a:xfrm>
            <a:off x="2679553" y="338024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0" name="Grafik 99">
            <a:extLst>
              <a:ext uri="{FF2B5EF4-FFF2-40B4-BE49-F238E27FC236}">
                <a16:creationId xmlns:a16="http://schemas.microsoft.com/office/drawing/2014/main" id="{A30B6F14-AEF0-4F61-AB6E-32BE955BF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530" y="3396318"/>
            <a:ext cx="766690" cy="766690"/>
          </a:xfrm>
          <a:prstGeom prst="rect">
            <a:avLst/>
          </a:prstGeom>
          <a:effectLst/>
        </p:spPr>
      </p:pic>
      <p:sp>
        <p:nvSpPr>
          <p:cNvPr id="105" name="Flussdiagramm: Verbinder 104">
            <a:extLst>
              <a:ext uri="{FF2B5EF4-FFF2-40B4-BE49-F238E27FC236}">
                <a16:creationId xmlns:a16="http://schemas.microsoft.com/office/drawing/2014/main" id="{A187F25A-09C0-439E-B58D-26A7BBCDBC62}"/>
              </a:ext>
            </a:extLst>
          </p:cNvPr>
          <p:cNvSpPr/>
          <p:nvPr/>
        </p:nvSpPr>
        <p:spPr>
          <a:xfrm>
            <a:off x="5759228" y="149810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4" name="Grafik 103">
            <a:extLst>
              <a:ext uri="{FF2B5EF4-FFF2-40B4-BE49-F238E27FC236}">
                <a16:creationId xmlns:a16="http://schemas.microsoft.com/office/drawing/2014/main" id="{08673C1C-DAF0-4C6A-80A6-7AF751137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60" y="1465467"/>
            <a:ext cx="1384997" cy="923331"/>
          </a:xfrm>
          <a:prstGeom prst="rect">
            <a:avLst/>
          </a:prstGeom>
        </p:spPr>
      </p:pic>
      <p:sp>
        <p:nvSpPr>
          <p:cNvPr id="107" name="Flussdiagramm: Verbinder 106">
            <a:extLst>
              <a:ext uri="{FF2B5EF4-FFF2-40B4-BE49-F238E27FC236}">
                <a16:creationId xmlns:a16="http://schemas.microsoft.com/office/drawing/2014/main" id="{407D3430-3D1F-48B0-9224-6A392C8660F3}"/>
              </a:ext>
            </a:extLst>
          </p:cNvPr>
          <p:cNvSpPr/>
          <p:nvPr/>
        </p:nvSpPr>
        <p:spPr>
          <a:xfrm>
            <a:off x="6743101" y="207714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" name="Grafik 101">
            <a:extLst>
              <a:ext uri="{FF2B5EF4-FFF2-40B4-BE49-F238E27FC236}">
                <a16:creationId xmlns:a16="http://schemas.microsoft.com/office/drawing/2014/main" id="{4A3AA153-A76E-4B3B-A6A7-9ACC74840D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777" y="2101896"/>
            <a:ext cx="1107333" cy="738222"/>
          </a:xfrm>
          <a:prstGeom prst="rect">
            <a:avLst/>
          </a:prstGeom>
        </p:spPr>
      </p:pic>
      <p:sp>
        <p:nvSpPr>
          <p:cNvPr id="114" name="Flussdiagramm: Verbinder 113">
            <a:extLst>
              <a:ext uri="{FF2B5EF4-FFF2-40B4-BE49-F238E27FC236}">
                <a16:creationId xmlns:a16="http://schemas.microsoft.com/office/drawing/2014/main" id="{E453D25F-F916-4A7F-87BC-4B371F5DB8B0}"/>
              </a:ext>
            </a:extLst>
          </p:cNvPr>
          <p:cNvSpPr/>
          <p:nvPr/>
        </p:nvSpPr>
        <p:spPr>
          <a:xfrm>
            <a:off x="4755039" y="211293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3" name="Grafik 112" descr="Puzzleteile">
            <a:extLst>
              <a:ext uri="{FF2B5EF4-FFF2-40B4-BE49-F238E27FC236}">
                <a16:creationId xmlns:a16="http://schemas.microsoft.com/office/drawing/2014/main" id="{40EAF205-9DD8-4076-94EF-9C9CF39EBF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9992" y="2156945"/>
            <a:ext cx="674795" cy="674795"/>
          </a:xfrm>
          <a:prstGeom prst="rect">
            <a:avLst/>
          </a:prstGeom>
        </p:spPr>
      </p:pic>
      <p:sp>
        <p:nvSpPr>
          <p:cNvPr id="118" name="Flussdiagramm: Verbinder 117">
            <a:extLst>
              <a:ext uri="{FF2B5EF4-FFF2-40B4-BE49-F238E27FC236}">
                <a16:creationId xmlns:a16="http://schemas.microsoft.com/office/drawing/2014/main" id="{58DB5FFE-13EC-4AA3-8A5D-442502C1C134}"/>
              </a:ext>
            </a:extLst>
          </p:cNvPr>
          <p:cNvSpPr/>
          <p:nvPr/>
        </p:nvSpPr>
        <p:spPr>
          <a:xfrm>
            <a:off x="8906038" y="560081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1" name="Grafik 120" descr="Ziel">
            <a:extLst>
              <a:ext uri="{FF2B5EF4-FFF2-40B4-BE49-F238E27FC236}">
                <a16:creationId xmlns:a16="http://schemas.microsoft.com/office/drawing/2014/main" id="{0FC26AF7-A531-41B9-914C-223D74C96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8488" y="5680622"/>
            <a:ext cx="617204" cy="617204"/>
          </a:xfrm>
          <a:prstGeom prst="rect">
            <a:avLst/>
          </a:prstGeom>
        </p:spPr>
      </p:pic>
      <p:sp>
        <p:nvSpPr>
          <p:cNvPr id="75" name="Flussdiagramm: Verbinder 74">
            <a:extLst>
              <a:ext uri="{FF2B5EF4-FFF2-40B4-BE49-F238E27FC236}">
                <a16:creationId xmlns:a16="http://schemas.microsoft.com/office/drawing/2014/main" id="{0726847A-A3BE-4792-B207-E2B02FF1029C}"/>
              </a:ext>
            </a:extLst>
          </p:cNvPr>
          <p:cNvSpPr/>
          <p:nvPr/>
        </p:nvSpPr>
        <p:spPr>
          <a:xfrm>
            <a:off x="2678722" y="565069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4" name="Grafik 123" descr="Messgerät">
            <a:extLst>
              <a:ext uri="{FF2B5EF4-FFF2-40B4-BE49-F238E27FC236}">
                <a16:creationId xmlns:a16="http://schemas.microsoft.com/office/drawing/2014/main" id="{B165C76C-3B33-4892-8181-4F459586B8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29099" y="5710229"/>
            <a:ext cx="485762" cy="485762"/>
          </a:xfrm>
          <a:prstGeom prst="rect">
            <a:avLst/>
          </a:prstGeom>
          <a:effectLst/>
        </p:spPr>
      </p:pic>
      <p:sp>
        <p:nvSpPr>
          <p:cNvPr id="128" name="Flussdiagramm: Verbinder 127">
            <a:extLst>
              <a:ext uri="{FF2B5EF4-FFF2-40B4-BE49-F238E27FC236}">
                <a16:creationId xmlns:a16="http://schemas.microsoft.com/office/drawing/2014/main" id="{6A0E6CDE-E7A9-4CA5-A64F-B6E42F4C081D}"/>
              </a:ext>
            </a:extLst>
          </p:cNvPr>
          <p:cNvSpPr/>
          <p:nvPr/>
        </p:nvSpPr>
        <p:spPr>
          <a:xfrm>
            <a:off x="6903849" y="429343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6" name="Grafik 125" descr="Zahnräder">
            <a:extLst>
              <a:ext uri="{FF2B5EF4-FFF2-40B4-BE49-F238E27FC236}">
                <a16:creationId xmlns:a16="http://schemas.microsoft.com/office/drawing/2014/main" id="{ADA6A41E-5249-4833-AE65-4CCC0D4FC5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1733" y="4276565"/>
            <a:ext cx="766689" cy="766689"/>
          </a:xfrm>
          <a:prstGeom prst="rect">
            <a:avLst/>
          </a:prstGeom>
        </p:spPr>
      </p:pic>
      <p:sp>
        <p:nvSpPr>
          <p:cNvPr id="131" name="Flussdiagramm: Verbinder 130">
            <a:extLst>
              <a:ext uri="{FF2B5EF4-FFF2-40B4-BE49-F238E27FC236}">
                <a16:creationId xmlns:a16="http://schemas.microsoft.com/office/drawing/2014/main" id="{80A199CF-19CE-419C-98BF-E4A71D33C316}"/>
              </a:ext>
            </a:extLst>
          </p:cNvPr>
          <p:cNvSpPr/>
          <p:nvPr/>
        </p:nvSpPr>
        <p:spPr>
          <a:xfrm>
            <a:off x="5740773" y="371387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0" name="Grafik 129" descr="Herunterladen">
            <a:extLst>
              <a:ext uri="{FF2B5EF4-FFF2-40B4-BE49-F238E27FC236}">
                <a16:creationId xmlns:a16="http://schemas.microsoft.com/office/drawing/2014/main" id="{F211ACB8-781A-4183-A7F4-B2F41BDF6C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34330" y="3813115"/>
            <a:ext cx="568161" cy="568161"/>
          </a:xfrm>
          <a:prstGeom prst="rect">
            <a:avLst/>
          </a:prstGeom>
        </p:spPr>
      </p:pic>
      <p:sp>
        <p:nvSpPr>
          <p:cNvPr id="122" name="Flussdiagramm: Verbinder 121">
            <a:extLst>
              <a:ext uri="{FF2B5EF4-FFF2-40B4-BE49-F238E27FC236}">
                <a16:creationId xmlns:a16="http://schemas.microsoft.com/office/drawing/2014/main" id="{88CB217C-A7C8-4428-BBE9-01B057F13102}"/>
              </a:ext>
            </a:extLst>
          </p:cNvPr>
          <p:cNvSpPr/>
          <p:nvPr/>
        </p:nvSpPr>
        <p:spPr>
          <a:xfrm>
            <a:off x="8879162" y="3396631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3" name="Grafik 132">
            <a:extLst>
              <a:ext uri="{FF2B5EF4-FFF2-40B4-BE49-F238E27FC236}">
                <a16:creationId xmlns:a16="http://schemas.microsoft.com/office/drawing/2014/main" id="{A3D8D922-0C88-4286-B387-5BE17B8BBD7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551" y="3201155"/>
            <a:ext cx="1255910" cy="1288123"/>
          </a:xfrm>
          <a:prstGeom prst="rect">
            <a:avLst/>
          </a:prstGeom>
        </p:spPr>
      </p:pic>
      <p:sp>
        <p:nvSpPr>
          <p:cNvPr id="135" name="Flussdiagramm: Verbinder 134">
            <a:extLst>
              <a:ext uri="{FF2B5EF4-FFF2-40B4-BE49-F238E27FC236}">
                <a16:creationId xmlns:a16="http://schemas.microsoft.com/office/drawing/2014/main" id="{48DB72F9-1335-48D6-ADBA-6F3CC2913141}"/>
              </a:ext>
            </a:extLst>
          </p:cNvPr>
          <p:cNvSpPr/>
          <p:nvPr/>
        </p:nvSpPr>
        <p:spPr>
          <a:xfrm>
            <a:off x="8898677" y="448927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87021354-01BA-4AB9-B6CF-22F74F9998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36565" y="4581521"/>
            <a:ext cx="684240" cy="532341"/>
          </a:xfrm>
          <a:prstGeom prst="rect">
            <a:avLst/>
          </a:prstGeom>
        </p:spPr>
      </p:pic>
      <p:pic>
        <p:nvPicPr>
          <p:cNvPr id="139" name="Grafik 138" descr="Stoppuhr">
            <a:extLst>
              <a:ext uri="{FF2B5EF4-FFF2-40B4-BE49-F238E27FC236}">
                <a16:creationId xmlns:a16="http://schemas.microsoft.com/office/drawing/2014/main" id="{D069BECF-F9A9-4C1E-850D-21BCCAC8749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11167" y="4847692"/>
            <a:ext cx="339725" cy="339725"/>
          </a:xfrm>
          <a:prstGeom prst="rect">
            <a:avLst/>
          </a:prstGeom>
        </p:spPr>
      </p:pic>
      <p:sp>
        <p:nvSpPr>
          <p:cNvPr id="142" name="Flussdiagramm: Verbinder 141">
            <a:extLst>
              <a:ext uri="{FF2B5EF4-FFF2-40B4-BE49-F238E27FC236}">
                <a16:creationId xmlns:a16="http://schemas.microsoft.com/office/drawing/2014/main" id="{062EAFE0-8CC2-43C9-A4F3-F6E206399421}"/>
              </a:ext>
            </a:extLst>
          </p:cNvPr>
          <p:cNvSpPr/>
          <p:nvPr/>
        </p:nvSpPr>
        <p:spPr>
          <a:xfrm>
            <a:off x="5737142" y="4870052"/>
            <a:ext cx="766689" cy="766689"/>
          </a:xfrm>
          <a:prstGeom prst="flowChartConnector">
            <a:avLst/>
          </a:prstGeom>
          <a:solidFill>
            <a:srgbClr val="DBCCF0"/>
          </a:solidFill>
          <a:ln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1" name="Grafik 140">
            <a:extLst>
              <a:ext uri="{FF2B5EF4-FFF2-40B4-BE49-F238E27FC236}">
                <a16:creationId xmlns:a16="http://schemas.microsoft.com/office/drawing/2014/main" id="{6B6B8DD5-37BB-4B27-B800-D2AFBC5832F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906" y="4921334"/>
            <a:ext cx="1092985" cy="728657"/>
          </a:xfrm>
          <a:prstGeom prst="rect">
            <a:avLst/>
          </a:prstGeom>
        </p:spPr>
      </p:pic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F8E12E0D-FEDF-48EA-84EE-87D5ED66B215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3604634" y="4694321"/>
            <a:ext cx="960313" cy="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A8DED1B7-EF75-4D60-829D-3B9CED6AC805}"/>
              </a:ext>
            </a:extLst>
          </p:cNvPr>
          <p:cNvCxnSpPr>
            <a:cxnSpLocks/>
          </p:cNvCxnSpPr>
          <p:nvPr/>
        </p:nvCxnSpPr>
        <p:spPr>
          <a:xfrm flipV="1">
            <a:off x="3429006" y="5917315"/>
            <a:ext cx="175628" cy="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E4617909-DBB8-44C4-B67A-9C985880964D}"/>
              </a:ext>
            </a:extLst>
          </p:cNvPr>
          <p:cNvCxnSpPr>
            <a:cxnSpLocks/>
            <a:endCxn id="66" idx="3"/>
          </p:cNvCxnSpPr>
          <p:nvPr/>
        </p:nvCxnSpPr>
        <p:spPr>
          <a:xfrm flipV="1">
            <a:off x="3604634" y="4930846"/>
            <a:ext cx="1028964" cy="98647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feld 188">
            <a:extLst>
              <a:ext uri="{FF2B5EF4-FFF2-40B4-BE49-F238E27FC236}">
                <a16:creationId xmlns:a16="http://schemas.microsoft.com/office/drawing/2014/main" id="{B5F73378-8940-4F1A-98AF-95B94619784C}"/>
              </a:ext>
            </a:extLst>
          </p:cNvPr>
          <p:cNvSpPr txBox="1"/>
          <p:nvPr/>
        </p:nvSpPr>
        <p:spPr>
          <a:xfrm>
            <a:off x="5155046" y="793587"/>
            <a:ext cx="191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Model </a:t>
            </a:r>
          </a:p>
          <a:p>
            <a:pPr algn="ctr"/>
            <a:r>
              <a:rPr lang="de-DE" sz="1600" dirty="0" err="1"/>
              <a:t>complexity</a:t>
            </a:r>
            <a:endParaRPr lang="de-DE" sz="1600" dirty="0"/>
          </a:p>
        </p:txBody>
      </p:sp>
      <p:sp>
        <p:nvSpPr>
          <p:cNvPr id="190" name="Rechteck 189">
            <a:extLst>
              <a:ext uri="{FF2B5EF4-FFF2-40B4-BE49-F238E27FC236}">
                <a16:creationId xmlns:a16="http://schemas.microsoft.com/office/drawing/2014/main" id="{0350142D-D383-49FC-AFC7-187FA7C6A2C4}"/>
              </a:ext>
            </a:extLst>
          </p:cNvPr>
          <p:cNvSpPr/>
          <p:nvPr/>
        </p:nvSpPr>
        <p:spPr>
          <a:xfrm>
            <a:off x="4390052" y="1735964"/>
            <a:ext cx="11879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/>
              <a:t>Adaptability</a:t>
            </a:r>
            <a:endParaRPr lang="de-DE" sz="1600" dirty="0"/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13E5537D-9CE0-4589-A335-80BC2BE9F84F}"/>
              </a:ext>
            </a:extLst>
          </p:cNvPr>
          <p:cNvSpPr/>
          <p:nvPr/>
        </p:nvSpPr>
        <p:spPr>
          <a:xfrm>
            <a:off x="6605666" y="1733878"/>
            <a:ext cx="1014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/>
              <a:t>Scalability</a:t>
            </a:r>
            <a:endParaRPr lang="de-DE" dirty="0"/>
          </a:p>
        </p:txBody>
      </p: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2C7D51E6-3340-45BD-8CC7-4C499713BC09}"/>
              </a:ext>
            </a:extLst>
          </p:cNvPr>
          <p:cNvCxnSpPr>
            <a:cxnSpLocks/>
          </p:cNvCxnSpPr>
          <p:nvPr/>
        </p:nvCxnSpPr>
        <p:spPr>
          <a:xfrm flipH="1" flipV="1">
            <a:off x="5133564" y="2970754"/>
            <a:ext cx="782278" cy="79963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30A3EBC3-BB35-423A-B6C2-77CE628AE8D4}"/>
              </a:ext>
            </a:extLst>
          </p:cNvPr>
          <p:cNvCxnSpPr>
            <a:cxnSpLocks/>
            <a:endCxn id="114" idx="4"/>
          </p:cNvCxnSpPr>
          <p:nvPr/>
        </p:nvCxnSpPr>
        <p:spPr>
          <a:xfrm flipV="1">
            <a:off x="5138384" y="2879619"/>
            <a:ext cx="0" cy="93284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1543E125-DA57-457C-9BAC-96D51025AD05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3586232"/>
            <a:ext cx="120631" cy="125746"/>
          </a:xfrm>
          <a:prstGeom prst="line">
            <a:avLst/>
          </a:prstGeom>
          <a:ln w="12700">
            <a:solidFill>
              <a:srgbClr val="A27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BE74CD38-8D56-4528-A1D4-CA1A1C693C52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2392436"/>
            <a:ext cx="2504" cy="119379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47F8ED69-B80A-4A09-9794-A5E72CEE2FC1}"/>
              </a:ext>
            </a:extLst>
          </p:cNvPr>
          <p:cNvCxnSpPr>
            <a:cxnSpLocks/>
          </p:cNvCxnSpPr>
          <p:nvPr/>
        </p:nvCxnSpPr>
        <p:spPr>
          <a:xfrm flipH="1">
            <a:off x="6004573" y="2261048"/>
            <a:ext cx="132171" cy="131697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421F98C7-0A74-4149-8824-A090679BA659}"/>
              </a:ext>
            </a:extLst>
          </p:cNvPr>
          <p:cNvCxnSpPr>
            <a:cxnSpLocks/>
          </p:cNvCxnSpPr>
          <p:nvPr/>
        </p:nvCxnSpPr>
        <p:spPr>
          <a:xfrm>
            <a:off x="6305380" y="3566169"/>
            <a:ext cx="0" cy="18699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erader Verbinder 207">
            <a:extLst>
              <a:ext uri="{FF2B5EF4-FFF2-40B4-BE49-F238E27FC236}">
                <a16:creationId xmlns:a16="http://schemas.microsoft.com/office/drawing/2014/main" id="{F13B3F8B-6935-4C26-8852-71EFBFAEAF18}"/>
              </a:ext>
            </a:extLst>
          </p:cNvPr>
          <p:cNvCxnSpPr>
            <a:cxnSpLocks/>
          </p:cNvCxnSpPr>
          <p:nvPr/>
        </p:nvCxnSpPr>
        <p:spPr>
          <a:xfrm flipH="1">
            <a:off x="6305199" y="2831273"/>
            <a:ext cx="716631" cy="7349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hteck 213">
            <a:extLst>
              <a:ext uri="{FF2B5EF4-FFF2-40B4-BE49-F238E27FC236}">
                <a16:creationId xmlns:a16="http://schemas.microsoft.com/office/drawing/2014/main" id="{BD83916C-1123-47C2-ADC8-CEBED9B67E0C}"/>
              </a:ext>
            </a:extLst>
          </p:cNvPr>
          <p:cNvSpPr/>
          <p:nvPr/>
        </p:nvSpPr>
        <p:spPr>
          <a:xfrm>
            <a:off x="8222752" y="4178631"/>
            <a:ext cx="2147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600" dirty="0" err="1"/>
              <a:t>Convergence</a:t>
            </a:r>
            <a:r>
              <a:rPr lang="de-DE" sz="1600" dirty="0"/>
              <a:t> </a:t>
            </a:r>
            <a:r>
              <a:rPr lang="de-DE" sz="1600" dirty="0" err="1"/>
              <a:t>behavior</a:t>
            </a:r>
            <a:endParaRPr lang="de-DE" sz="1600" dirty="0"/>
          </a:p>
        </p:txBody>
      </p:sp>
      <p:sp>
        <p:nvSpPr>
          <p:cNvPr id="216" name="Rechteck 215">
            <a:extLst>
              <a:ext uri="{FF2B5EF4-FFF2-40B4-BE49-F238E27FC236}">
                <a16:creationId xmlns:a16="http://schemas.microsoft.com/office/drawing/2014/main" id="{C36D8B37-C7DB-4836-BE9E-7C428C65E533}"/>
              </a:ext>
            </a:extLst>
          </p:cNvPr>
          <p:cNvSpPr/>
          <p:nvPr/>
        </p:nvSpPr>
        <p:spPr>
          <a:xfrm>
            <a:off x="8711927" y="3065890"/>
            <a:ext cx="11335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/>
              <a:t>Robustness</a:t>
            </a:r>
            <a:endParaRPr lang="de-DE" dirty="0"/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7979A9C5-55C9-4045-AFE7-2B044AAD8100}"/>
              </a:ext>
            </a:extLst>
          </p:cNvPr>
          <p:cNvSpPr/>
          <p:nvPr/>
        </p:nvSpPr>
        <p:spPr>
          <a:xfrm>
            <a:off x="8824863" y="5267229"/>
            <a:ext cx="9290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/>
              <a:t>Accuracy</a:t>
            </a:r>
            <a:endParaRPr lang="de-DE" dirty="0"/>
          </a:p>
        </p:txBody>
      </p: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CBA50AE9-71BE-40EE-B1DA-AA909012B3BA}"/>
              </a:ext>
            </a:extLst>
          </p:cNvPr>
          <p:cNvCxnSpPr>
            <a:cxnSpLocks/>
            <a:stCxn id="142" idx="0"/>
            <a:endCxn id="131" idx="4"/>
          </p:cNvCxnSpPr>
          <p:nvPr/>
        </p:nvCxnSpPr>
        <p:spPr>
          <a:xfrm flipV="1">
            <a:off x="6120487" y="4480559"/>
            <a:ext cx="3631" cy="389493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394025AB-CF47-4BE0-98CE-A78E043A0F7C}"/>
              </a:ext>
            </a:extLst>
          </p:cNvPr>
          <p:cNvCxnSpPr>
            <a:cxnSpLocks/>
          </p:cNvCxnSpPr>
          <p:nvPr/>
        </p:nvCxnSpPr>
        <p:spPr>
          <a:xfrm flipV="1">
            <a:off x="6308002" y="4659910"/>
            <a:ext cx="217344" cy="261425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FB5C26D3-7116-4690-B3A7-4D3C17018F2A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6530263" y="4659910"/>
            <a:ext cx="391470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Gerader Verbinder 235">
            <a:extLst>
              <a:ext uri="{FF2B5EF4-FFF2-40B4-BE49-F238E27FC236}">
                <a16:creationId xmlns:a16="http://schemas.microsoft.com/office/drawing/2014/main" id="{4E17C3E1-2E3B-4A26-871F-CE3F922EC798}"/>
              </a:ext>
            </a:extLst>
          </p:cNvPr>
          <p:cNvCxnSpPr>
            <a:cxnSpLocks/>
          </p:cNvCxnSpPr>
          <p:nvPr/>
        </p:nvCxnSpPr>
        <p:spPr>
          <a:xfrm>
            <a:off x="7668444" y="4671664"/>
            <a:ext cx="1006475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Gerader Verbinder 237">
            <a:extLst>
              <a:ext uri="{FF2B5EF4-FFF2-40B4-BE49-F238E27FC236}">
                <a16:creationId xmlns:a16="http://schemas.microsoft.com/office/drawing/2014/main" id="{8FFDA0B9-F01E-42AC-8249-39C68EF9878F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8674919" y="4675305"/>
            <a:ext cx="223758" cy="197318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2679DCBF-C161-40BB-8B1B-FC5DC5FA2D4C}"/>
              </a:ext>
            </a:extLst>
          </p:cNvPr>
          <p:cNvCxnSpPr>
            <a:cxnSpLocks/>
          </p:cNvCxnSpPr>
          <p:nvPr/>
        </p:nvCxnSpPr>
        <p:spPr>
          <a:xfrm>
            <a:off x="7647882" y="4560579"/>
            <a:ext cx="28678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9D5D698A-FA29-43DF-A71B-D3DFDC69B71D}"/>
              </a:ext>
            </a:extLst>
          </p:cNvPr>
          <p:cNvCxnSpPr>
            <a:cxnSpLocks/>
          </p:cNvCxnSpPr>
          <p:nvPr/>
        </p:nvCxnSpPr>
        <p:spPr>
          <a:xfrm flipV="1">
            <a:off x="7927696" y="3753159"/>
            <a:ext cx="811362" cy="80742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8338FCC8-C672-425F-ACD5-4C0978CE50EE}"/>
              </a:ext>
            </a:extLst>
          </p:cNvPr>
          <p:cNvCxnSpPr>
            <a:cxnSpLocks/>
          </p:cNvCxnSpPr>
          <p:nvPr/>
        </p:nvCxnSpPr>
        <p:spPr>
          <a:xfrm>
            <a:off x="8739058" y="3756831"/>
            <a:ext cx="135133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Gerader Verbinder 250">
            <a:extLst>
              <a:ext uri="{FF2B5EF4-FFF2-40B4-BE49-F238E27FC236}">
                <a16:creationId xmlns:a16="http://schemas.microsoft.com/office/drawing/2014/main" id="{4D5531C9-4ED5-4D55-98BC-55DDB6799577}"/>
              </a:ext>
            </a:extLst>
          </p:cNvPr>
          <p:cNvCxnSpPr>
            <a:cxnSpLocks/>
          </p:cNvCxnSpPr>
          <p:nvPr/>
        </p:nvCxnSpPr>
        <p:spPr>
          <a:xfrm>
            <a:off x="7647882" y="4824064"/>
            <a:ext cx="286782" cy="214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Gerader Verbinder 253">
            <a:extLst>
              <a:ext uri="{FF2B5EF4-FFF2-40B4-BE49-F238E27FC236}">
                <a16:creationId xmlns:a16="http://schemas.microsoft.com/office/drawing/2014/main" id="{DF82E6AB-2CB0-4F67-876F-5AAC055DC34C}"/>
              </a:ext>
            </a:extLst>
          </p:cNvPr>
          <p:cNvCxnSpPr>
            <a:cxnSpLocks/>
          </p:cNvCxnSpPr>
          <p:nvPr/>
        </p:nvCxnSpPr>
        <p:spPr>
          <a:xfrm>
            <a:off x="7934664" y="4831915"/>
            <a:ext cx="1001021" cy="9983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2189FEF1-91D7-44B1-9008-F22B7B30CCFF}"/>
              </a:ext>
            </a:extLst>
          </p:cNvPr>
          <p:cNvCxnSpPr>
            <a:cxnSpLocks/>
          </p:cNvCxnSpPr>
          <p:nvPr/>
        </p:nvCxnSpPr>
        <p:spPr>
          <a:xfrm flipV="1">
            <a:off x="3445411" y="4689214"/>
            <a:ext cx="169000" cy="14270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93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ute 3">
            <a:extLst>
              <a:ext uri="{FF2B5EF4-FFF2-40B4-BE49-F238E27FC236}">
                <a16:creationId xmlns:a16="http://schemas.microsoft.com/office/drawing/2014/main" id="{E5DC391B-3CD1-4872-B1D4-0111580556C0}"/>
              </a:ext>
            </a:extLst>
          </p:cNvPr>
          <p:cNvSpPr/>
          <p:nvPr/>
        </p:nvSpPr>
        <p:spPr>
          <a:xfrm>
            <a:off x="7311856" y="2666355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dk1"/>
              </a:solidFill>
            </a:endParaRPr>
          </a:p>
        </p:txBody>
      </p:sp>
      <p:sp>
        <p:nvSpPr>
          <p:cNvPr id="5" name="Raute 4">
            <a:extLst>
              <a:ext uri="{FF2B5EF4-FFF2-40B4-BE49-F238E27FC236}">
                <a16:creationId xmlns:a16="http://schemas.microsoft.com/office/drawing/2014/main" id="{2FE2E801-92C2-41CD-9753-BB762743A6D6}"/>
              </a:ext>
            </a:extLst>
          </p:cNvPr>
          <p:cNvSpPr/>
          <p:nvPr/>
        </p:nvSpPr>
        <p:spPr>
          <a:xfrm>
            <a:off x="1078522" y="2697408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aute 5">
            <a:extLst>
              <a:ext uri="{FF2B5EF4-FFF2-40B4-BE49-F238E27FC236}">
                <a16:creationId xmlns:a16="http://schemas.microsoft.com/office/drawing/2014/main" id="{7D98D575-5573-47B4-BE56-A210689C3E00}"/>
              </a:ext>
            </a:extLst>
          </p:cNvPr>
          <p:cNvSpPr/>
          <p:nvPr/>
        </p:nvSpPr>
        <p:spPr>
          <a:xfrm>
            <a:off x="4112455" y="183439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DD2ADFD-08E4-41A8-A364-97122D9D5FE6}"/>
              </a:ext>
            </a:extLst>
          </p:cNvPr>
          <p:cNvSpPr txBox="1"/>
          <p:nvPr/>
        </p:nvSpPr>
        <p:spPr>
          <a:xfrm>
            <a:off x="5139397" y="5766416"/>
            <a:ext cx="1913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BATTERY MANAGEMENT REQUIREMENTS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35AC280-14F4-47BC-8084-9E6CD0C56B78}"/>
              </a:ext>
            </a:extLst>
          </p:cNvPr>
          <p:cNvSpPr txBox="1"/>
          <p:nvPr/>
        </p:nvSpPr>
        <p:spPr>
          <a:xfrm rot="18856117">
            <a:off x="7858560" y="2909982"/>
            <a:ext cx="163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PERFORMANCE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060769-5535-4D1C-8B44-E84A3317EF0E}"/>
              </a:ext>
            </a:extLst>
          </p:cNvPr>
          <p:cNvSpPr txBox="1"/>
          <p:nvPr/>
        </p:nvSpPr>
        <p:spPr>
          <a:xfrm rot="18889034">
            <a:off x="3653178" y="1371706"/>
            <a:ext cx="147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DEPLOYMENT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E00BB0-B06D-4A3A-9CE4-6815F123B021}"/>
              </a:ext>
            </a:extLst>
          </p:cNvPr>
          <p:cNvSpPr txBox="1"/>
          <p:nvPr/>
        </p:nvSpPr>
        <p:spPr>
          <a:xfrm rot="18825801">
            <a:off x="-139771" y="3963012"/>
            <a:ext cx="287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HARDWARE</a:t>
            </a:r>
          </a:p>
        </p:txBody>
      </p:sp>
      <p:sp>
        <p:nvSpPr>
          <p:cNvPr id="66" name="Flussdiagramm: Verbinder 65">
            <a:extLst>
              <a:ext uri="{FF2B5EF4-FFF2-40B4-BE49-F238E27FC236}">
                <a16:creationId xmlns:a16="http://schemas.microsoft.com/office/drawing/2014/main" id="{381687C1-43D9-44DA-B38F-839D27E7CE34}"/>
              </a:ext>
            </a:extLst>
          </p:cNvPr>
          <p:cNvSpPr/>
          <p:nvPr/>
        </p:nvSpPr>
        <p:spPr>
          <a:xfrm>
            <a:off x="4564947" y="4310977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48BB8563-A2BD-4917-80E9-FC0E03C5F62D}"/>
              </a:ext>
            </a:extLst>
          </p:cNvPr>
          <p:cNvCxnSpPr>
            <a:cxnSpLocks/>
          </p:cNvCxnSpPr>
          <p:nvPr/>
        </p:nvCxnSpPr>
        <p:spPr>
          <a:xfrm flipH="1">
            <a:off x="3445413" y="3753157"/>
            <a:ext cx="43182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B8B4AF73-4AE1-422B-88D2-6A76E0549BFF}"/>
              </a:ext>
            </a:extLst>
          </p:cNvPr>
          <p:cNvCxnSpPr>
            <a:cxnSpLocks/>
          </p:cNvCxnSpPr>
          <p:nvPr/>
        </p:nvCxnSpPr>
        <p:spPr>
          <a:xfrm flipH="1" flipV="1">
            <a:off x="3877235" y="3752533"/>
            <a:ext cx="748266" cy="75352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87003823-CE71-4577-BC99-2B64E01F1940}"/>
              </a:ext>
            </a:extLst>
          </p:cNvPr>
          <p:cNvCxnSpPr>
            <a:cxnSpLocks/>
            <a:stCxn id="142" idx="1"/>
          </p:cNvCxnSpPr>
          <p:nvPr/>
        </p:nvCxnSpPr>
        <p:spPr>
          <a:xfrm flipH="1" flipV="1">
            <a:off x="5596499" y="4690701"/>
            <a:ext cx="252922" cy="29163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12BB4C21-FB82-420C-B3CC-936A22F5C74B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5331636" y="4694322"/>
            <a:ext cx="281759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2A712AFD-A281-48CB-BB9E-C0784C9C2BE5}"/>
              </a:ext>
            </a:extLst>
          </p:cNvPr>
          <p:cNvSpPr txBox="1"/>
          <p:nvPr/>
        </p:nvSpPr>
        <p:spPr>
          <a:xfrm>
            <a:off x="1916914" y="5331610"/>
            <a:ext cx="2277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bg1"/>
                </a:solidFill>
              </a:rPr>
              <a:t>Inference</a:t>
            </a:r>
            <a:r>
              <a:rPr lang="de-DE" sz="1600" dirty="0">
                <a:solidFill>
                  <a:schemeClr val="bg1"/>
                </a:solidFill>
              </a:rPr>
              <a:t> Time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CE3B3145-3B52-4BF7-A5AD-B2F81B4958C7}"/>
              </a:ext>
            </a:extLst>
          </p:cNvPr>
          <p:cNvSpPr txBox="1"/>
          <p:nvPr/>
        </p:nvSpPr>
        <p:spPr>
          <a:xfrm>
            <a:off x="2084785" y="4193625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Flash </a:t>
            </a:r>
            <a:r>
              <a:rPr lang="de-DE" sz="1600" dirty="0" err="1">
                <a:solidFill>
                  <a:schemeClr val="bg1"/>
                </a:solidFill>
              </a:rPr>
              <a:t>usage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B6F09700-AEC2-4C69-B718-629833DAE75D}"/>
              </a:ext>
            </a:extLst>
          </p:cNvPr>
          <p:cNvSpPr txBox="1"/>
          <p:nvPr/>
        </p:nvSpPr>
        <p:spPr>
          <a:xfrm>
            <a:off x="2081638" y="3082679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RAM </a:t>
            </a:r>
            <a:r>
              <a:rPr lang="de-DE" sz="1600" dirty="0" err="1">
                <a:solidFill>
                  <a:schemeClr val="bg1"/>
                </a:solidFill>
              </a:rPr>
              <a:t>usage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72" name="Flussdiagramm: Verbinder 71">
            <a:extLst>
              <a:ext uri="{FF2B5EF4-FFF2-40B4-BE49-F238E27FC236}">
                <a16:creationId xmlns:a16="http://schemas.microsoft.com/office/drawing/2014/main" id="{183C9FAC-D2B9-46E7-928F-4259EA4069A0}"/>
              </a:ext>
            </a:extLst>
          </p:cNvPr>
          <p:cNvSpPr/>
          <p:nvPr/>
        </p:nvSpPr>
        <p:spPr>
          <a:xfrm>
            <a:off x="2678722" y="4497674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2" name="Grafik 51" descr="Diskette">
            <a:extLst>
              <a:ext uri="{FF2B5EF4-FFF2-40B4-BE49-F238E27FC236}">
                <a16:creationId xmlns:a16="http://schemas.microsoft.com/office/drawing/2014/main" id="{F7AB61D4-8BFD-4023-81C7-3E0C407F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2961" y="4562843"/>
            <a:ext cx="647692" cy="647692"/>
          </a:xfrm>
          <a:prstGeom prst="rect">
            <a:avLst/>
          </a:prstGeom>
        </p:spPr>
      </p:pic>
      <p:pic>
        <p:nvPicPr>
          <p:cNvPr id="56" name="Grafik 55" descr="Prozessor">
            <a:extLst>
              <a:ext uri="{FF2B5EF4-FFF2-40B4-BE49-F238E27FC236}">
                <a16:creationId xmlns:a16="http://schemas.microsoft.com/office/drawing/2014/main" id="{B41AD8A6-1337-43CA-A98B-4257B7E06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112" y="4405339"/>
            <a:ext cx="593431" cy="593431"/>
          </a:xfrm>
          <a:prstGeom prst="rect">
            <a:avLst/>
          </a:prstGeom>
          <a:effectLst/>
        </p:spPr>
      </p:pic>
      <p:sp>
        <p:nvSpPr>
          <p:cNvPr id="63" name="Flussdiagramm: Verbinder 62">
            <a:extLst>
              <a:ext uri="{FF2B5EF4-FFF2-40B4-BE49-F238E27FC236}">
                <a16:creationId xmlns:a16="http://schemas.microsoft.com/office/drawing/2014/main" id="{6D96D6ED-2324-406E-947B-8B9702BEA752}"/>
              </a:ext>
            </a:extLst>
          </p:cNvPr>
          <p:cNvSpPr/>
          <p:nvPr/>
        </p:nvSpPr>
        <p:spPr>
          <a:xfrm>
            <a:off x="2679553" y="338024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0" name="Grafik 99">
            <a:extLst>
              <a:ext uri="{FF2B5EF4-FFF2-40B4-BE49-F238E27FC236}">
                <a16:creationId xmlns:a16="http://schemas.microsoft.com/office/drawing/2014/main" id="{A30B6F14-AEF0-4F61-AB6E-32BE955BF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530" y="3396318"/>
            <a:ext cx="766690" cy="766690"/>
          </a:xfrm>
          <a:prstGeom prst="rect">
            <a:avLst/>
          </a:prstGeom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5" name="Flussdiagramm: Verbinder 104">
            <a:extLst>
              <a:ext uri="{FF2B5EF4-FFF2-40B4-BE49-F238E27FC236}">
                <a16:creationId xmlns:a16="http://schemas.microsoft.com/office/drawing/2014/main" id="{A187F25A-09C0-439E-B58D-26A7BBCDBC62}"/>
              </a:ext>
            </a:extLst>
          </p:cNvPr>
          <p:cNvSpPr/>
          <p:nvPr/>
        </p:nvSpPr>
        <p:spPr>
          <a:xfrm>
            <a:off x="5759228" y="149810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4" name="Grafik 103">
            <a:extLst>
              <a:ext uri="{FF2B5EF4-FFF2-40B4-BE49-F238E27FC236}">
                <a16:creationId xmlns:a16="http://schemas.microsoft.com/office/drawing/2014/main" id="{08673C1C-DAF0-4C6A-80A6-7AF751137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243" y="1507942"/>
            <a:ext cx="1259513" cy="839675"/>
          </a:xfrm>
          <a:prstGeom prst="rect">
            <a:avLst/>
          </a:prstGeom>
        </p:spPr>
      </p:pic>
      <p:sp>
        <p:nvSpPr>
          <p:cNvPr id="107" name="Flussdiagramm: Verbinder 106">
            <a:extLst>
              <a:ext uri="{FF2B5EF4-FFF2-40B4-BE49-F238E27FC236}">
                <a16:creationId xmlns:a16="http://schemas.microsoft.com/office/drawing/2014/main" id="{407D3430-3D1F-48B0-9224-6A392C8660F3}"/>
              </a:ext>
            </a:extLst>
          </p:cNvPr>
          <p:cNvSpPr/>
          <p:nvPr/>
        </p:nvSpPr>
        <p:spPr>
          <a:xfrm>
            <a:off x="6743101" y="207714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" name="Grafik 101">
            <a:extLst>
              <a:ext uri="{FF2B5EF4-FFF2-40B4-BE49-F238E27FC236}">
                <a16:creationId xmlns:a16="http://schemas.microsoft.com/office/drawing/2014/main" id="{4A3AA153-A76E-4B3B-A6A7-9ACC74840D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532" y="2112112"/>
            <a:ext cx="1107333" cy="738222"/>
          </a:xfrm>
          <a:prstGeom prst="rect">
            <a:avLst/>
          </a:prstGeom>
        </p:spPr>
      </p:pic>
      <p:sp>
        <p:nvSpPr>
          <p:cNvPr id="114" name="Flussdiagramm: Verbinder 113">
            <a:extLst>
              <a:ext uri="{FF2B5EF4-FFF2-40B4-BE49-F238E27FC236}">
                <a16:creationId xmlns:a16="http://schemas.microsoft.com/office/drawing/2014/main" id="{E453D25F-F916-4A7F-87BC-4B371F5DB8B0}"/>
              </a:ext>
            </a:extLst>
          </p:cNvPr>
          <p:cNvSpPr/>
          <p:nvPr/>
        </p:nvSpPr>
        <p:spPr>
          <a:xfrm>
            <a:off x="4755039" y="211293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3" name="Grafik 112" descr="Puzzleteile">
            <a:extLst>
              <a:ext uri="{FF2B5EF4-FFF2-40B4-BE49-F238E27FC236}">
                <a16:creationId xmlns:a16="http://schemas.microsoft.com/office/drawing/2014/main" id="{40EAF205-9DD8-4076-94EF-9C9CF39EBF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9992" y="2156945"/>
            <a:ext cx="674795" cy="674795"/>
          </a:xfrm>
          <a:prstGeom prst="rect">
            <a:avLst/>
          </a:prstGeom>
        </p:spPr>
      </p:pic>
      <p:sp>
        <p:nvSpPr>
          <p:cNvPr id="118" name="Flussdiagramm: Verbinder 117">
            <a:extLst>
              <a:ext uri="{FF2B5EF4-FFF2-40B4-BE49-F238E27FC236}">
                <a16:creationId xmlns:a16="http://schemas.microsoft.com/office/drawing/2014/main" id="{58DB5FFE-13EC-4AA3-8A5D-442502C1C134}"/>
              </a:ext>
            </a:extLst>
          </p:cNvPr>
          <p:cNvSpPr/>
          <p:nvPr/>
        </p:nvSpPr>
        <p:spPr>
          <a:xfrm>
            <a:off x="8906038" y="560081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1" name="Grafik 120" descr="Ziel">
            <a:extLst>
              <a:ext uri="{FF2B5EF4-FFF2-40B4-BE49-F238E27FC236}">
                <a16:creationId xmlns:a16="http://schemas.microsoft.com/office/drawing/2014/main" id="{0FC26AF7-A531-41B9-914C-223D74C96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8488" y="5680622"/>
            <a:ext cx="617204" cy="617204"/>
          </a:xfrm>
          <a:prstGeom prst="rect">
            <a:avLst/>
          </a:prstGeom>
        </p:spPr>
      </p:pic>
      <p:sp>
        <p:nvSpPr>
          <p:cNvPr id="75" name="Flussdiagramm: Verbinder 74">
            <a:extLst>
              <a:ext uri="{FF2B5EF4-FFF2-40B4-BE49-F238E27FC236}">
                <a16:creationId xmlns:a16="http://schemas.microsoft.com/office/drawing/2014/main" id="{0726847A-A3BE-4792-B207-E2B02FF1029C}"/>
              </a:ext>
            </a:extLst>
          </p:cNvPr>
          <p:cNvSpPr/>
          <p:nvPr/>
        </p:nvSpPr>
        <p:spPr>
          <a:xfrm>
            <a:off x="2678722" y="565069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4" name="Grafik 123" descr="Messgerät">
            <a:extLst>
              <a:ext uri="{FF2B5EF4-FFF2-40B4-BE49-F238E27FC236}">
                <a16:creationId xmlns:a16="http://schemas.microsoft.com/office/drawing/2014/main" id="{B165C76C-3B33-4892-8181-4F459586B8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29099" y="5710229"/>
            <a:ext cx="485762" cy="485762"/>
          </a:xfrm>
          <a:prstGeom prst="rect">
            <a:avLst/>
          </a:prstGeom>
          <a:effectLst/>
        </p:spPr>
      </p:pic>
      <p:sp>
        <p:nvSpPr>
          <p:cNvPr id="128" name="Flussdiagramm: Verbinder 127">
            <a:extLst>
              <a:ext uri="{FF2B5EF4-FFF2-40B4-BE49-F238E27FC236}">
                <a16:creationId xmlns:a16="http://schemas.microsoft.com/office/drawing/2014/main" id="{6A0E6CDE-E7A9-4CA5-A64F-B6E42F4C081D}"/>
              </a:ext>
            </a:extLst>
          </p:cNvPr>
          <p:cNvSpPr/>
          <p:nvPr/>
        </p:nvSpPr>
        <p:spPr>
          <a:xfrm>
            <a:off x="6903849" y="429343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6" name="Grafik 125" descr="Zahnräder">
            <a:extLst>
              <a:ext uri="{FF2B5EF4-FFF2-40B4-BE49-F238E27FC236}">
                <a16:creationId xmlns:a16="http://schemas.microsoft.com/office/drawing/2014/main" id="{ADA6A41E-5249-4833-AE65-4CCC0D4FC5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8512" y="4284204"/>
            <a:ext cx="766689" cy="766689"/>
          </a:xfrm>
          <a:prstGeom prst="rect">
            <a:avLst/>
          </a:prstGeom>
          <a:effectLst/>
        </p:spPr>
      </p:pic>
      <p:sp>
        <p:nvSpPr>
          <p:cNvPr id="131" name="Flussdiagramm: Verbinder 130">
            <a:extLst>
              <a:ext uri="{FF2B5EF4-FFF2-40B4-BE49-F238E27FC236}">
                <a16:creationId xmlns:a16="http://schemas.microsoft.com/office/drawing/2014/main" id="{80A199CF-19CE-419C-98BF-E4A71D33C316}"/>
              </a:ext>
            </a:extLst>
          </p:cNvPr>
          <p:cNvSpPr/>
          <p:nvPr/>
        </p:nvSpPr>
        <p:spPr>
          <a:xfrm>
            <a:off x="5740773" y="371387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0" name="Grafik 129" descr="Herunterladen">
            <a:extLst>
              <a:ext uri="{FF2B5EF4-FFF2-40B4-BE49-F238E27FC236}">
                <a16:creationId xmlns:a16="http://schemas.microsoft.com/office/drawing/2014/main" id="{F211ACB8-781A-4183-A7F4-B2F41BDF6C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34330" y="3813115"/>
            <a:ext cx="568161" cy="568161"/>
          </a:xfrm>
          <a:prstGeom prst="rect">
            <a:avLst/>
          </a:prstGeom>
        </p:spPr>
      </p:pic>
      <p:sp>
        <p:nvSpPr>
          <p:cNvPr id="122" name="Flussdiagramm: Verbinder 121">
            <a:extLst>
              <a:ext uri="{FF2B5EF4-FFF2-40B4-BE49-F238E27FC236}">
                <a16:creationId xmlns:a16="http://schemas.microsoft.com/office/drawing/2014/main" id="{88CB217C-A7C8-4428-BBE9-01B057F13102}"/>
              </a:ext>
            </a:extLst>
          </p:cNvPr>
          <p:cNvSpPr/>
          <p:nvPr/>
        </p:nvSpPr>
        <p:spPr>
          <a:xfrm>
            <a:off x="8879162" y="3396631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3" name="Grafik 132">
            <a:extLst>
              <a:ext uri="{FF2B5EF4-FFF2-40B4-BE49-F238E27FC236}">
                <a16:creationId xmlns:a16="http://schemas.microsoft.com/office/drawing/2014/main" id="{A3D8D922-0C88-4286-B387-5BE17B8BBD7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533" y="3189893"/>
            <a:ext cx="1255910" cy="1288123"/>
          </a:xfrm>
          <a:prstGeom prst="rect">
            <a:avLst/>
          </a:prstGeom>
        </p:spPr>
      </p:pic>
      <p:sp>
        <p:nvSpPr>
          <p:cNvPr id="135" name="Flussdiagramm: Verbinder 134">
            <a:extLst>
              <a:ext uri="{FF2B5EF4-FFF2-40B4-BE49-F238E27FC236}">
                <a16:creationId xmlns:a16="http://schemas.microsoft.com/office/drawing/2014/main" id="{48DB72F9-1335-48D6-ADBA-6F3CC2913141}"/>
              </a:ext>
            </a:extLst>
          </p:cNvPr>
          <p:cNvSpPr/>
          <p:nvPr/>
        </p:nvSpPr>
        <p:spPr>
          <a:xfrm>
            <a:off x="8898677" y="448927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87021354-01BA-4AB9-B6CF-22F74F9998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44166" y="4592024"/>
            <a:ext cx="684240" cy="532341"/>
          </a:xfrm>
          <a:prstGeom prst="rect">
            <a:avLst/>
          </a:prstGeom>
        </p:spPr>
      </p:pic>
      <p:pic>
        <p:nvPicPr>
          <p:cNvPr id="139" name="Grafik 138" descr="Stoppuhr">
            <a:extLst>
              <a:ext uri="{FF2B5EF4-FFF2-40B4-BE49-F238E27FC236}">
                <a16:creationId xmlns:a16="http://schemas.microsoft.com/office/drawing/2014/main" id="{D069BECF-F9A9-4C1E-850D-21BCCAC8749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18768" y="4858195"/>
            <a:ext cx="339725" cy="339725"/>
          </a:xfrm>
          <a:prstGeom prst="rect">
            <a:avLst/>
          </a:prstGeom>
        </p:spPr>
      </p:pic>
      <p:sp>
        <p:nvSpPr>
          <p:cNvPr id="142" name="Flussdiagramm: Verbinder 141">
            <a:extLst>
              <a:ext uri="{FF2B5EF4-FFF2-40B4-BE49-F238E27FC236}">
                <a16:creationId xmlns:a16="http://schemas.microsoft.com/office/drawing/2014/main" id="{062EAFE0-8CC2-43C9-A4F3-F6E206399421}"/>
              </a:ext>
            </a:extLst>
          </p:cNvPr>
          <p:cNvSpPr/>
          <p:nvPr/>
        </p:nvSpPr>
        <p:spPr>
          <a:xfrm>
            <a:off x="5737142" y="4870052"/>
            <a:ext cx="766689" cy="766689"/>
          </a:xfrm>
          <a:prstGeom prst="flowChartConnector">
            <a:avLst/>
          </a:prstGeom>
          <a:solidFill>
            <a:srgbClr val="DBCCF0"/>
          </a:solidFill>
          <a:ln>
            <a:solidFill>
              <a:srgbClr val="A27BD7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1" name="Grafik 140">
            <a:extLst>
              <a:ext uri="{FF2B5EF4-FFF2-40B4-BE49-F238E27FC236}">
                <a16:creationId xmlns:a16="http://schemas.microsoft.com/office/drawing/2014/main" id="{6B6B8DD5-37BB-4B27-B800-D2AFBC5832F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906" y="4921334"/>
            <a:ext cx="1092985" cy="728657"/>
          </a:xfrm>
          <a:prstGeom prst="rect">
            <a:avLst/>
          </a:prstGeom>
        </p:spPr>
      </p:pic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F8E12E0D-FEDF-48EA-84EE-87D5ED66B215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3604634" y="4694321"/>
            <a:ext cx="960313" cy="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A8DED1B7-EF75-4D60-829D-3B9CED6AC805}"/>
              </a:ext>
            </a:extLst>
          </p:cNvPr>
          <p:cNvCxnSpPr>
            <a:cxnSpLocks/>
          </p:cNvCxnSpPr>
          <p:nvPr/>
        </p:nvCxnSpPr>
        <p:spPr>
          <a:xfrm flipV="1">
            <a:off x="3429006" y="5917315"/>
            <a:ext cx="175628" cy="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E4617909-DBB8-44C4-B67A-9C985880964D}"/>
              </a:ext>
            </a:extLst>
          </p:cNvPr>
          <p:cNvCxnSpPr>
            <a:cxnSpLocks/>
            <a:endCxn id="66" idx="3"/>
          </p:cNvCxnSpPr>
          <p:nvPr/>
        </p:nvCxnSpPr>
        <p:spPr>
          <a:xfrm flipV="1">
            <a:off x="3604634" y="4930846"/>
            <a:ext cx="1028964" cy="98647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feld 188">
            <a:extLst>
              <a:ext uri="{FF2B5EF4-FFF2-40B4-BE49-F238E27FC236}">
                <a16:creationId xmlns:a16="http://schemas.microsoft.com/office/drawing/2014/main" id="{B5F73378-8940-4F1A-98AF-95B94619784C}"/>
              </a:ext>
            </a:extLst>
          </p:cNvPr>
          <p:cNvSpPr txBox="1"/>
          <p:nvPr/>
        </p:nvSpPr>
        <p:spPr>
          <a:xfrm>
            <a:off x="5186595" y="891969"/>
            <a:ext cx="191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Model </a:t>
            </a:r>
          </a:p>
          <a:p>
            <a:pPr algn="ctr"/>
            <a:r>
              <a:rPr lang="de-DE" sz="1600" dirty="0" err="1">
                <a:solidFill>
                  <a:schemeClr val="bg1"/>
                </a:solidFill>
              </a:rPr>
              <a:t>complexity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90" name="Rechteck 189">
            <a:extLst>
              <a:ext uri="{FF2B5EF4-FFF2-40B4-BE49-F238E27FC236}">
                <a16:creationId xmlns:a16="http://schemas.microsoft.com/office/drawing/2014/main" id="{0350142D-D383-49FC-AFC7-187FA7C6A2C4}"/>
              </a:ext>
            </a:extLst>
          </p:cNvPr>
          <p:cNvSpPr/>
          <p:nvPr/>
        </p:nvSpPr>
        <p:spPr>
          <a:xfrm>
            <a:off x="4390052" y="1735964"/>
            <a:ext cx="11879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Adaptability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13E5537D-9CE0-4589-A335-80BC2BE9F84F}"/>
              </a:ext>
            </a:extLst>
          </p:cNvPr>
          <p:cNvSpPr/>
          <p:nvPr/>
        </p:nvSpPr>
        <p:spPr>
          <a:xfrm>
            <a:off x="6605666" y="1733878"/>
            <a:ext cx="1014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Scalability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2C7D51E6-3340-45BD-8CC7-4C499713BC09}"/>
              </a:ext>
            </a:extLst>
          </p:cNvPr>
          <p:cNvCxnSpPr>
            <a:cxnSpLocks/>
          </p:cNvCxnSpPr>
          <p:nvPr/>
        </p:nvCxnSpPr>
        <p:spPr>
          <a:xfrm flipH="1" flipV="1">
            <a:off x="5133564" y="2970754"/>
            <a:ext cx="782278" cy="79963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30A3EBC3-BB35-423A-B6C2-77CE628AE8D4}"/>
              </a:ext>
            </a:extLst>
          </p:cNvPr>
          <p:cNvCxnSpPr>
            <a:cxnSpLocks/>
            <a:endCxn id="114" idx="4"/>
          </p:cNvCxnSpPr>
          <p:nvPr/>
        </p:nvCxnSpPr>
        <p:spPr>
          <a:xfrm flipV="1">
            <a:off x="5138384" y="2879619"/>
            <a:ext cx="0" cy="93284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1543E125-DA57-457C-9BAC-96D51025AD05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3586232"/>
            <a:ext cx="120631" cy="12574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BE74CD38-8D56-4528-A1D4-CA1A1C693C52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2392436"/>
            <a:ext cx="2504" cy="119379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47F8ED69-B80A-4A09-9794-A5E72CEE2FC1}"/>
              </a:ext>
            </a:extLst>
          </p:cNvPr>
          <p:cNvCxnSpPr>
            <a:cxnSpLocks/>
          </p:cNvCxnSpPr>
          <p:nvPr/>
        </p:nvCxnSpPr>
        <p:spPr>
          <a:xfrm flipH="1">
            <a:off x="6004573" y="2261048"/>
            <a:ext cx="132171" cy="131697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421F98C7-0A74-4149-8824-A090679BA659}"/>
              </a:ext>
            </a:extLst>
          </p:cNvPr>
          <p:cNvCxnSpPr>
            <a:cxnSpLocks/>
          </p:cNvCxnSpPr>
          <p:nvPr/>
        </p:nvCxnSpPr>
        <p:spPr>
          <a:xfrm>
            <a:off x="6305380" y="3566169"/>
            <a:ext cx="0" cy="18699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erader Verbinder 207">
            <a:extLst>
              <a:ext uri="{FF2B5EF4-FFF2-40B4-BE49-F238E27FC236}">
                <a16:creationId xmlns:a16="http://schemas.microsoft.com/office/drawing/2014/main" id="{F13B3F8B-6935-4C26-8852-71EFBFAEAF18}"/>
              </a:ext>
            </a:extLst>
          </p:cNvPr>
          <p:cNvCxnSpPr>
            <a:cxnSpLocks/>
          </p:cNvCxnSpPr>
          <p:nvPr/>
        </p:nvCxnSpPr>
        <p:spPr>
          <a:xfrm flipH="1">
            <a:off x="6305199" y="2831273"/>
            <a:ext cx="716631" cy="7349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hteck 213">
            <a:extLst>
              <a:ext uri="{FF2B5EF4-FFF2-40B4-BE49-F238E27FC236}">
                <a16:creationId xmlns:a16="http://schemas.microsoft.com/office/drawing/2014/main" id="{BD83916C-1123-47C2-ADC8-CEBED9B67E0C}"/>
              </a:ext>
            </a:extLst>
          </p:cNvPr>
          <p:cNvSpPr/>
          <p:nvPr/>
        </p:nvSpPr>
        <p:spPr>
          <a:xfrm>
            <a:off x="8222752" y="4178631"/>
            <a:ext cx="2147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schemeClr val="bg1"/>
                </a:solidFill>
              </a:rPr>
              <a:t>Convergence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behavior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16" name="Rechteck 215">
            <a:extLst>
              <a:ext uri="{FF2B5EF4-FFF2-40B4-BE49-F238E27FC236}">
                <a16:creationId xmlns:a16="http://schemas.microsoft.com/office/drawing/2014/main" id="{C36D8B37-C7DB-4836-BE9E-7C428C65E533}"/>
              </a:ext>
            </a:extLst>
          </p:cNvPr>
          <p:cNvSpPr/>
          <p:nvPr/>
        </p:nvSpPr>
        <p:spPr>
          <a:xfrm>
            <a:off x="8711927" y="3065890"/>
            <a:ext cx="11335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Robustness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7979A9C5-55C9-4045-AFE7-2B044AAD8100}"/>
              </a:ext>
            </a:extLst>
          </p:cNvPr>
          <p:cNvSpPr/>
          <p:nvPr/>
        </p:nvSpPr>
        <p:spPr>
          <a:xfrm>
            <a:off x="8824863" y="5267229"/>
            <a:ext cx="9290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Accuracy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CBA50AE9-71BE-40EE-B1DA-AA909012B3BA}"/>
              </a:ext>
            </a:extLst>
          </p:cNvPr>
          <p:cNvCxnSpPr>
            <a:cxnSpLocks/>
            <a:stCxn id="142" idx="0"/>
            <a:endCxn id="131" idx="4"/>
          </p:cNvCxnSpPr>
          <p:nvPr/>
        </p:nvCxnSpPr>
        <p:spPr>
          <a:xfrm flipV="1">
            <a:off x="6120487" y="4480559"/>
            <a:ext cx="3631" cy="389493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394025AB-CF47-4BE0-98CE-A78E043A0F7C}"/>
              </a:ext>
            </a:extLst>
          </p:cNvPr>
          <p:cNvCxnSpPr>
            <a:cxnSpLocks/>
          </p:cNvCxnSpPr>
          <p:nvPr/>
        </p:nvCxnSpPr>
        <p:spPr>
          <a:xfrm flipV="1">
            <a:off x="6308002" y="4659910"/>
            <a:ext cx="217344" cy="261425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FB5C26D3-7116-4690-B3A7-4D3C17018F2A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6537042" y="4667549"/>
            <a:ext cx="391470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Gerader Verbinder 235">
            <a:extLst>
              <a:ext uri="{FF2B5EF4-FFF2-40B4-BE49-F238E27FC236}">
                <a16:creationId xmlns:a16="http://schemas.microsoft.com/office/drawing/2014/main" id="{4E17C3E1-2E3B-4A26-871F-CE3F922EC798}"/>
              </a:ext>
            </a:extLst>
          </p:cNvPr>
          <p:cNvCxnSpPr>
            <a:cxnSpLocks/>
          </p:cNvCxnSpPr>
          <p:nvPr/>
        </p:nvCxnSpPr>
        <p:spPr>
          <a:xfrm>
            <a:off x="7668444" y="4671664"/>
            <a:ext cx="1006475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Gerader Verbinder 237">
            <a:extLst>
              <a:ext uri="{FF2B5EF4-FFF2-40B4-BE49-F238E27FC236}">
                <a16:creationId xmlns:a16="http://schemas.microsoft.com/office/drawing/2014/main" id="{8FFDA0B9-F01E-42AC-8249-39C68EF9878F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8674919" y="4675305"/>
            <a:ext cx="223758" cy="197318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2679DCBF-C161-40BB-8B1B-FC5DC5FA2D4C}"/>
              </a:ext>
            </a:extLst>
          </p:cNvPr>
          <p:cNvCxnSpPr>
            <a:cxnSpLocks/>
          </p:cNvCxnSpPr>
          <p:nvPr/>
        </p:nvCxnSpPr>
        <p:spPr>
          <a:xfrm>
            <a:off x="7647882" y="4560579"/>
            <a:ext cx="28678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9D5D698A-FA29-43DF-A71B-D3DFDC69B71D}"/>
              </a:ext>
            </a:extLst>
          </p:cNvPr>
          <p:cNvCxnSpPr>
            <a:cxnSpLocks/>
          </p:cNvCxnSpPr>
          <p:nvPr/>
        </p:nvCxnSpPr>
        <p:spPr>
          <a:xfrm flipV="1">
            <a:off x="7927696" y="3753159"/>
            <a:ext cx="811362" cy="80742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8338FCC8-C672-425F-ACD5-4C0978CE50EE}"/>
              </a:ext>
            </a:extLst>
          </p:cNvPr>
          <p:cNvCxnSpPr>
            <a:cxnSpLocks/>
          </p:cNvCxnSpPr>
          <p:nvPr/>
        </p:nvCxnSpPr>
        <p:spPr>
          <a:xfrm>
            <a:off x="8739058" y="3756831"/>
            <a:ext cx="135133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Gerader Verbinder 250">
            <a:extLst>
              <a:ext uri="{FF2B5EF4-FFF2-40B4-BE49-F238E27FC236}">
                <a16:creationId xmlns:a16="http://schemas.microsoft.com/office/drawing/2014/main" id="{4D5531C9-4ED5-4D55-98BC-55DDB6799577}"/>
              </a:ext>
            </a:extLst>
          </p:cNvPr>
          <p:cNvCxnSpPr>
            <a:cxnSpLocks/>
          </p:cNvCxnSpPr>
          <p:nvPr/>
        </p:nvCxnSpPr>
        <p:spPr>
          <a:xfrm>
            <a:off x="7647882" y="4824064"/>
            <a:ext cx="286782" cy="214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Gerader Verbinder 253">
            <a:extLst>
              <a:ext uri="{FF2B5EF4-FFF2-40B4-BE49-F238E27FC236}">
                <a16:creationId xmlns:a16="http://schemas.microsoft.com/office/drawing/2014/main" id="{DF82E6AB-2CB0-4F67-876F-5AAC055DC34C}"/>
              </a:ext>
            </a:extLst>
          </p:cNvPr>
          <p:cNvCxnSpPr>
            <a:cxnSpLocks/>
          </p:cNvCxnSpPr>
          <p:nvPr/>
        </p:nvCxnSpPr>
        <p:spPr>
          <a:xfrm>
            <a:off x="7934664" y="4831915"/>
            <a:ext cx="1001021" cy="9983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2189FEF1-91D7-44B1-9008-F22B7B30CCFF}"/>
              </a:ext>
            </a:extLst>
          </p:cNvPr>
          <p:cNvCxnSpPr>
            <a:cxnSpLocks/>
          </p:cNvCxnSpPr>
          <p:nvPr/>
        </p:nvCxnSpPr>
        <p:spPr>
          <a:xfrm flipV="1">
            <a:off x="3445411" y="4689214"/>
            <a:ext cx="169000" cy="14270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20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ute 3">
            <a:extLst>
              <a:ext uri="{FF2B5EF4-FFF2-40B4-BE49-F238E27FC236}">
                <a16:creationId xmlns:a16="http://schemas.microsoft.com/office/drawing/2014/main" id="{E5DC391B-3CD1-4872-B1D4-0111580556C0}"/>
              </a:ext>
            </a:extLst>
          </p:cNvPr>
          <p:cNvSpPr/>
          <p:nvPr/>
        </p:nvSpPr>
        <p:spPr>
          <a:xfrm>
            <a:off x="7311856" y="2666355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dk1"/>
              </a:solidFill>
            </a:endParaRPr>
          </a:p>
        </p:txBody>
      </p:sp>
      <p:sp>
        <p:nvSpPr>
          <p:cNvPr id="5" name="Raute 4">
            <a:extLst>
              <a:ext uri="{FF2B5EF4-FFF2-40B4-BE49-F238E27FC236}">
                <a16:creationId xmlns:a16="http://schemas.microsoft.com/office/drawing/2014/main" id="{2FE2E801-92C2-41CD-9753-BB762743A6D6}"/>
              </a:ext>
            </a:extLst>
          </p:cNvPr>
          <p:cNvSpPr/>
          <p:nvPr/>
        </p:nvSpPr>
        <p:spPr>
          <a:xfrm>
            <a:off x="1078522" y="2697408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aute 5">
            <a:extLst>
              <a:ext uri="{FF2B5EF4-FFF2-40B4-BE49-F238E27FC236}">
                <a16:creationId xmlns:a16="http://schemas.microsoft.com/office/drawing/2014/main" id="{7D98D575-5573-47B4-BE56-A210689C3E00}"/>
              </a:ext>
            </a:extLst>
          </p:cNvPr>
          <p:cNvSpPr/>
          <p:nvPr/>
        </p:nvSpPr>
        <p:spPr>
          <a:xfrm>
            <a:off x="4112455" y="183439"/>
            <a:ext cx="3967090" cy="4009292"/>
          </a:xfrm>
          <a:prstGeom prst="diamond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DD2ADFD-08E4-41A8-A364-97122D9D5FE6}"/>
              </a:ext>
            </a:extLst>
          </p:cNvPr>
          <p:cNvSpPr txBox="1"/>
          <p:nvPr/>
        </p:nvSpPr>
        <p:spPr>
          <a:xfrm>
            <a:off x="5139397" y="5766416"/>
            <a:ext cx="1913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BATTERY MANAGEMENT REQUIREMENTS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35AC280-14F4-47BC-8084-9E6CD0C56B78}"/>
              </a:ext>
            </a:extLst>
          </p:cNvPr>
          <p:cNvSpPr txBox="1"/>
          <p:nvPr/>
        </p:nvSpPr>
        <p:spPr>
          <a:xfrm rot="18856117">
            <a:off x="7858560" y="2909982"/>
            <a:ext cx="1636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PERFORMANCE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6060769-5535-4D1C-8B44-E84A3317EF0E}"/>
              </a:ext>
            </a:extLst>
          </p:cNvPr>
          <p:cNvSpPr txBox="1"/>
          <p:nvPr/>
        </p:nvSpPr>
        <p:spPr>
          <a:xfrm rot="18889034">
            <a:off x="3653178" y="1371706"/>
            <a:ext cx="147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DEPLOYMENT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E00BB0-B06D-4A3A-9CE4-6815F123B021}"/>
              </a:ext>
            </a:extLst>
          </p:cNvPr>
          <p:cNvSpPr txBox="1"/>
          <p:nvPr/>
        </p:nvSpPr>
        <p:spPr>
          <a:xfrm rot="18825801">
            <a:off x="-139771" y="3963012"/>
            <a:ext cx="2874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HARDWARE</a:t>
            </a:r>
          </a:p>
        </p:txBody>
      </p:sp>
      <p:sp>
        <p:nvSpPr>
          <p:cNvPr id="66" name="Flussdiagramm: Verbinder 65">
            <a:extLst>
              <a:ext uri="{FF2B5EF4-FFF2-40B4-BE49-F238E27FC236}">
                <a16:creationId xmlns:a16="http://schemas.microsoft.com/office/drawing/2014/main" id="{381687C1-43D9-44DA-B38F-839D27E7CE34}"/>
              </a:ext>
            </a:extLst>
          </p:cNvPr>
          <p:cNvSpPr/>
          <p:nvPr/>
        </p:nvSpPr>
        <p:spPr>
          <a:xfrm>
            <a:off x="4564947" y="4310977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48BB8563-A2BD-4917-80E9-FC0E03C5F62D}"/>
              </a:ext>
            </a:extLst>
          </p:cNvPr>
          <p:cNvCxnSpPr>
            <a:cxnSpLocks/>
          </p:cNvCxnSpPr>
          <p:nvPr/>
        </p:nvCxnSpPr>
        <p:spPr>
          <a:xfrm flipH="1">
            <a:off x="3445413" y="3753157"/>
            <a:ext cx="43182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B8B4AF73-4AE1-422B-88D2-6A76E0549BFF}"/>
              </a:ext>
            </a:extLst>
          </p:cNvPr>
          <p:cNvCxnSpPr>
            <a:cxnSpLocks/>
          </p:cNvCxnSpPr>
          <p:nvPr/>
        </p:nvCxnSpPr>
        <p:spPr>
          <a:xfrm flipH="1" flipV="1">
            <a:off x="3877235" y="3752533"/>
            <a:ext cx="748266" cy="75352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87003823-CE71-4577-BC99-2B64E01F1940}"/>
              </a:ext>
            </a:extLst>
          </p:cNvPr>
          <p:cNvCxnSpPr>
            <a:cxnSpLocks/>
            <a:stCxn id="142" idx="1"/>
          </p:cNvCxnSpPr>
          <p:nvPr/>
        </p:nvCxnSpPr>
        <p:spPr>
          <a:xfrm flipH="1" flipV="1">
            <a:off x="5596499" y="4690701"/>
            <a:ext cx="252922" cy="29163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12BB4C21-FB82-420C-B3CC-936A22F5C74B}"/>
              </a:ext>
            </a:extLst>
          </p:cNvPr>
          <p:cNvCxnSpPr>
            <a:cxnSpLocks/>
            <a:stCxn id="66" idx="6"/>
          </p:cNvCxnSpPr>
          <p:nvPr/>
        </p:nvCxnSpPr>
        <p:spPr>
          <a:xfrm>
            <a:off x="5331636" y="4694322"/>
            <a:ext cx="281759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2A712AFD-A281-48CB-BB9E-C0784C9C2BE5}"/>
              </a:ext>
            </a:extLst>
          </p:cNvPr>
          <p:cNvSpPr txBox="1"/>
          <p:nvPr/>
        </p:nvSpPr>
        <p:spPr>
          <a:xfrm>
            <a:off x="1916914" y="5331610"/>
            <a:ext cx="2277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err="1">
                <a:solidFill>
                  <a:schemeClr val="bg1"/>
                </a:solidFill>
              </a:rPr>
              <a:t>Inference</a:t>
            </a:r>
            <a:r>
              <a:rPr lang="de-DE" sz="1600" dirty="0">
                <a:solidFill>
                  <a:schemeClr val="bg1"/>
                </a:solidFill>
              </a:rPr>
              <a:t> Time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CE3B3145-3B52-4BF7-A5AD-B2F81B4958C7}"/>
              </a:ext>
            </a:extLst>
          </p:cNvPr>
          <p:cNvSpPr txBox="1"/>
          <p:nvPr/>
        </p:nvSpPr>
        <p:spPr>
          <a:xfrm>
            <a:off x="2084785" y="4193625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Flash </a:t>
            </a:r>
            <a:r>
              <a:rPr lang="de-DE" sz="1600" dirty="0" err="1">
                <a:solidFill>
                  <a:schemeClr val="bg1"/>
                </a:solidFill>
              </a:rPr>
              <a:t>usage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B6F09700-AEC2-4C69-B718-629833DAE75D}"/>
              </a:ext>
            </a:extLst>
          </p:cNvPr>
          <p:cNvSpPr txBox="1"/>
          <p:nvPr/>
        </p:nvSpPr>
        <p:spPr>
          <a:xfrm>
            <a:off x="2081638" y="3082679"/>
            <a:ext cx="1913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RAM </a:t>
            </a:r>
            <a:r>
              <a:rPr lang="de-DE" sz="1600" dirty="0" err="1">
                <a:solidFill>
                  <a:schemeClr val="bg1"/>
                </a:solidFill>
              </a:rPr>
              <a:t>usage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72" name="Flussdiagramm: Verbinder 71">
            <a:extLst>
              <a:ext uri="{FF2B5EF4-FFF2-40B4-BE49-F238E27FC236}">
                <a16:creationId xmlns:a16="http://schemas.microsoft.com/office/drawing/2014/main" id="{183C9FAC-D2B9-46E7-928F-4259EA4069A0}"/>
              </a:ext>
            </a:extLst>
          </p:cNvPr>
          <p:cNvSpPr/>
          <p:nvPr/>
        </p:nvSpPr>
        <p:spPr>
          <a:xfrm>
            <a:off x="2678722" y="4497674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2" name="Grafik 51" descr="Diskette">
            <a:extLst>
              <a:ext uri="{FF2B5EF4-FFF2-40B4-BE49-F238E27FC236}">
                <a16:creationId xmlns:a16="http://schemas.microsoft.com/office/drawing/2014/main" id="{F7AB61D4-8BFD-4023-81C7-3E0C407F3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2961" y="4562843"/>
            <a:ext cx="647692" cy="647692"/>
          </a:xfrm>
          <a:prstGeom prst="rect">
            <a:avLst/>
          </a:prstGeom>
        </p:spPr>
      </p:pic>
      <p:pic>
        <p:nvPicPr>
          <p:cNvPr id="56" name="Grafik 55" descr="Prozessor">
            <a:extLst>
              <a:ext uri="{FF2B5EF4-FFF2-40B4-BE49-F238E27FC236}">
                <a16:creationId xmlns:a16="http://schemas.microsoft.com/office/drawing/2014/main" id="{B41AD8A6-1337-43CA-A98B-4257B7E06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5112" y="4405339"/>
            <a:ext cx="593431" cy="593431"/>
          </a:xfrm>
          <a:prstGeom prst="rect">
            <a:avLst/>
          </a:prstGeom>
          <a:effectLst/>
        </p:spPr>
      </p:pic>
      <p:sp>
        <p:nvSpPr>
          <p:cNvPr id="63" name="Flussdiagramm: Verbinder 62">
            <a:extLst>
              <a:ext uri="{FF2B5EF4-FFF2-40B4-BE49-F238E27FC236}">
                <a16:creationId xmlns:a16="http://schemas.microsoft.com/office/drawing/2014/main" id="{6D96D6ED-2324-406E-947B-8B9702BEA752}"/>
              </a:ext>
            </a:extLst>
          </p:cNvPr>
          <p:cNvSpPr/>
          <p:nvPr/>
        </p:nvSpPr>
        <p:spPr>
          <a:xfrm>
            <a:off x="2679553" y="338024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0" name="Grafik 99">
            <a:extLst>
              <a:ext uri="{FF2B5EF4-FFF2-40B4-BE49-F238E27FC236}">
                <a16:creationId xmlns:a16="http://schemas.microsoft.com/office/drawing/2014/main" id="{A30B6F14-AEF0-4F61-AB6E-32BE955BF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530" y="3396318"/>
            <a:ext cx="766690" cy="766690"/>
          </a:xfrm>
          <a:prstGeom prst="rect">
            <a:avLst/>
          </a:prstGeom>
          <a:effectLst/>
        </p:spPr>
      </p:pic>
      <p:sp>
        <p:nvSpPr>
          <p:cNvPr id="105" name="Flussdiagramm: Verbinder 104">
            <a:extLst>
              <a:ext uri="{FF2B5EF4-FFF2-40B4-BE49-F238E27FC236}">
                <a16:creationId xmlns:a16="http://schemas.microsoft.com/office/drawing/2014/main" id="{A187F25A-09C0-439E-B58D-26A7BBCDBC62}"/>
              </a:ext>
            </a:extLst>
          </p:cNvPr>
          <p:cNvSpPr/>
          <p:nvPr/>
        </p:nvSpPr>
        <p:spPr>
          <a:xfrm>
            <a:off x="5759228" y="149810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4" name="Grafik 103">
            <a:extLst>
              <a:ext uri="{FF2B5EF4-FFF2-40B4-BE49-F238E27FC236}">
                <a16:creationId xmlns:a16="http://schemas.microsoft.com/office/drawing/2014/main" id="{08673C1C-DAF0-4C6A-80A6-7AF751137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60" y="1465467"/>
            <a:ext cx="1384997" cy="923331"/>
          </a:xfrm>
          <a:prstGeom prst="rect">
            <a:avLst/>
          </a:prstGeom>
        </p:spPr>
      </p:pic>
      <p:sp>
        <p:nvSpPr>
          <p:cNvPr id="107" name="Flussdiagramm: Verbinder 106">
            <a:extLst>
              <a:ext uri="{FF2B5EF4-FFF2-40B4-BE49-F238E27FC236}">
                <a16:creationId xmlns:a16="http://schemas.microsoft.com/office/drawing/2014/main" id="{407D3430-3D1F-48B0-9224-6A392C8660F3}"/>
              </a:ext>
            </a:extLst>
          </p:cNvPr>
          <p:cNvSpPr/>
          <p:nvPr/>
        </p:nvSpPr>
        <p:spPr>
          <a:xfrm>
            <a:off x="6743101" y="2077149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" name="Grafik 101">
            <a:extLst>
              <a:ext uri="{FF2B5EF4-FFF2-40B4-BE49-F238E27FC236}">
                <a16:creationId xmlns:a16="http://schemas.microsoft.com/office/drawing/2014/main" id="{4A3AA153-A76E-4B3B-A6A7-9ACC74840D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777" y="2101896"/>
            <a:ext cx="1107333" cy="738222"/>
          </a:xfrm>
          <a:prstGeom prst="rect">
            <a:avLst/>
          </a:prstGeom>
        </p:spPr>
      </p:pic>
      <p:sp>
        <p:nvSpPr>
          <p:cNvPr id="114" name="Flussdiagramm: Verbinder 113">
            <a:extLst>
              <a:ext uri="{FF2B5EF4-FFF2-40B4-BE49-F238E27FC236}">
                <a16:creationId xmlns:a16="http://schemas.microsoft.com/office/drawing/2014/main" id="{E453D25F-F916-4A7F-87BC-4B371F5DB8B0}"/>
              </a:ext>
            </a:extLst>
          </p:cNvPr>
          <p:cNvSpPr/>
          <p:nvPr/>
        </p:nvSpPr>
        <p:spPr>
          <a:xfrm>
            <a:off x="4755039" y="211293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3" name="Grafik 112" descr="Puzzleteile">
            <a:extLst>
              <a:ext uri="{FF2B5EF4-FFF2-40B4-BE49-F238E27FC236}">
                <a16:creationId xmlns:a16="http://schemas.microsoft.com/office/drawing/2014/main" id="{40EAF205-9DD8-4076-94EF-9C9CF39EBF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9992" y="2156945"/>
            <a:ext cx="674795" cy="674795"/>
          </a:xfrm>
          <a:prstGeom prst="rect">
            <a:avLst/>
          </a:prstGeom>
        </p:spPr>
      </p:pic>
      <p:sp>
        <p:nvSpPr>
          <p:cNvPr id="118" name="Flussdiagramm: Verbinder 117">
            <a:extLst>
              <a:ext uri="{FF2B5EF4-FFF2-40B4-BE49-F238E27FC236}">
                <a16:creationId xmlns:a16="http://schemas.microsoft.com/office/drawing/2014/main" id="{58DB5FFE-13EC-4AA3-8A5D-442502C1C134}"/>
              </a:ext>
            </a:extLst>
          </p:cNvPr>
          <p:cNvSpPr/>
          <p:nvPr/>
        </p:nvSpPr>
        <p:spPr>
          <a:xfrm>
            <a:off x="8906038" y="560081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1" name="Grafik 120" descr="Ziel">
            <a:extLst>
              <a:ext uri="{FF2B5EF4-FFF2-40B4-BE49-F238E27FC236}">
                <a16:creationId xmlns:a16="http://schemas.microsoft.com/office/drawing/2014/main" id="{0FC26AF7-A531-41B9-914C-223D74C96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88488" y="5680622"/>
            <a:ext cx="617204" cy="617204"/>
          </a:xfrm>
          <a:prstGeom prst="rect">
            <a:avLst/>
          </a:prstGeom>
        </p:spPr>
      </p:pic>
      <p:sp>
        <p:nvSpPr>
          <p:cNvPr id="75" name="Flussdiagramm: Verbinder 74">
            <a:extLst>
              <a:ext uri="{FF2B5EF4-FFF2-40B4-BE49-F238E27FC236}">
                <a16:creationId xmlns:a16="http://schemas.microsoft.com/office/drawing/2014/main" id="{0726847A-A3BE-4792-B207-E2B02FF1029C}"/>
              </a:ext>
            </a:extLst>
          </p:cNvPr>
          <p:cNvSpPr/>
          <p:nvPr/>
        </p:nvSpPr>
        <p:spPr>
          <a:xfrm>
            <a:off x="2678722" y="565069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4" name="Grafik 123" descr="Messgerät">
            <a:extLst>
              <a:ext uri="{FF2B5EF4-FFF2-40B4-BE49-F238E27FC236}">
                <a16:creationId xmlns:a16="http://schemas.microsoft.com/office/drawing/2014/main" id="{B165C76C-3B33-4892-8181-4F459586B8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29099" y="5710229"/>
            <a:ext cx="485762" cy="485762"/>
          </a:xfrm>
          <a:prstGeom prst="rect">
            <a:avLst/>
          </a:prstGeom>
          <a:effectLst/>
        </p:spPr>
      </p:pic>
      <p:sp>
        <p:nvSpPr>
          <p:cNvPr id="128" name="Flussdiagramm: Verbinder 127">
            <a:extLst>
              <a:ext uri="{FF2B5EF4-FFF2-40B4-BE49-F238E27FC236}">
                <a16:creationId xmlns:a16="http://schemas.microsoft.com/office/drawing/2014/main" id="{6A0E6CDE-E7A9-4CA5-A64F-B6E42F4C081D}"/>
              </a:ext>
            </a:extLst>
          </p:cNvPr>
          <p:cNvSpPr/>
          <p:nvPr/>
        </p:nvSpPr>
        <p:spPr>
          <a:xfrm>
            <a:off x="6903849" y="429343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6" name="Grafik 125" descr="Zahnräder">
            <a:extLst>
              <a:ext uri="{FF2B5EF4-FFF2-40B4-BE49-F238E27FC236}">
                <a16:creationId xmlns:a16="http://schemas.microsoft.com/office/drawing/2014/main" id="{ADA6A41E-5249-4833-AE65-4CCC0D4FC5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21733" y="4276565"/>
            <a:ext cx="766689" cy="766689"/>
          </a:xfrm>
          <a:prstGeom prst="rect">
            <a:avLst/>
          </a:prstGeom>
        </p:spPr>
      </p:pic>
      <p:sp>
        <p:nvSpPr>
          <p:cNvPr id="131" name="Flussdiagramm: Verbinder 130">
            <a:extLst>
              <a:ext uri="{FF2B5EF4-FFF2-40B4-BE49-F238E27FC236}">
                <a16:creationId xmlns:a16="http://schemas.microsoft.com/office/drawing/2014/main" id="{80A199CF-19CE-419C-98BF-E4A71D33C316}"/>
              </a:ext>
            </a:extLst>
          </p:cNvPr>
          <p:cNvSpPr/>
          <p:nvPr/>
        </p:nvSpPr>
        <p:spPr>
          <a:xfrm>
            <a:off x="5740773" y="3713870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0" name="Grafik 129" descr="Herunterladen">
            <a:extLst>
              <a:ext uri="{FF2B5EF4-FFF2-40B4-BE49-F238E27FC236}">
                <a16:creationId xmlns:a16="http://schemas.microsoft.com/office/drawing/2014/main" id="{F211ACB8-781A-4183-A7F4-B2F41BDF6C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34330" y="3813115"/>
            <a:ext cx="568161" cy="568161"/>
          </a:xfrm>
          <a:prstGeom prst="rect">
            <a:avLst/>
          </a:prstGeom>
        </p:spPr>
      </p:pic>
      <p:sp>
        <p:nvSpPr>
          <p:cNvPr id="122" name="Flussdiagramm: Verbinder 121">
            <a:extLst>
              <a:ext uri="{FF2B5EF4-FFF2-40B4-BE49-F238E27FC236}">
                <a16:creationId xmlns:a16="http://schemas.microsoft.com/office/drawing/2014/main" id="{88CB217C-A7C8-4428-BBE9-01B057F13102}"/>
              </a:ext>
            </a:extLst>
          </p:cNvPr>
          <p:cNvSpPr/>
          <p:nvPr/>
        </p:nvSpPr>
        <p:spPr>
          <a:xfrm>
            <a:off x="8879162" y="3396631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3" name="Grafik 132">
            <a:extLst>
              <a:ext uri="{FF2B5EF4-FFF2-40B4-BE49-F238E27FC236}">
                <a16:creationId xmlns:a16="http://schemas.microsoft.com/office/drawing/2014/main" id="{A3D8D922-0C88-4286-B387-5BE17B8BBD7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551" y="3201155"/>
            <a:ext cx="1255910" cy="1288123"/>
          </a:xfrm>
          <a:prstGeom prst="rect">
            <a:avLst/>
          </a:prstGeom>
        </p:spPr>
      </p:pic>
      <p:sp>
        <p:nvSpPr>
          <p:cNvPr id="135" name="Flussdiagramm: Verbinder 134">
            <a:extLst>
              <a:ext uri="{FF2B5EF4-FFF2-40B4-BE49-F238E27FC236}">
                <a16:creationId xmlns:a16="http://schemas.microsoft.com/office/drawing/2014/main" id="{48DB72F9-1335-48D6-ADBA-6F3CC2913141}"/>
              </a:ext>
            </a:extLst>
          </p:cNvPr>
          <p:cNvSpPr/>
          <p:nvPr/>
        </p:nvSpPr>
        <p:spPr>
          <a:xfrm>
            <a:off x="8898677" y="4489278"/>
            <a:ext cx="766689" cy="766689"/>
          </a:xfrm>
          <a:prstGeom prst="flowChartConnector">
            <a:avLst/>
          </a:prstGeom>
          <a:solidFill>
            <a:srgbClr val="BDE8E8"/>
          </a:solidFill>
          <a:ln>
            <a:solidFill>
              <a:srgbClr val="02BBB9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87021354-01BA-4AB9-B6CF-22F74F9998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36565" y="4581521"/>
            <a:ext cx="684240" cy="532341"/>
          </a:xfrm>
          <a:prstGeom prst="rect">
            <a:avLst/>
          </a:prstGeom>
        </p:spPr>
      </p:pic>
      <p:pic>
        <p:nvPicPr>
          <p:cNvPr id="139" name="Grafik 138" descr="Stoppuhr">
            <a:extLst>
              <a:ext uri="{FF2B5EF4-FFF2-40B4-BE49-F238E27FC236}">
                <a16:creationId xmlns:a16="http://schemas.microsoft.com/office/drawing/2014/main" id="{D069BECF-F9A9-4C1E-850D-21BCCAC8749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11167" y="4847692"/>
            <a:ext cx="339725" cy="339725"/>
          </a:xfrm>
          <a:prstGeom prst="rect">
            <a:avLst/>
          </a:prstGeom>
        </p:spPr>
      </p:pic>
      <p:sp>
        <p:nvSpPr>
          <p:cNvPr id="142" name="Flussdiagramm: Verbinder 141">
            <a:extLst>
              <a:ext uri="{FF2B5EF4-FFF2-40B4-BE49-F238E27FC236}">
                <a16:creationId xmlns:a16="http://schemas.microsoft.com/office/drawing/2014/main" id="{062EAFE0-8CC2-43C9-A4F3-F6E206399421}"/>
              </a:ext>
            </a:extLst>
          </p:cNvPr>
          <p:cNvSpPr/>
          <p:nvPr/>
        </p:nvSpPr>
        <p:spPr>
          <a:xfrm>
            <a:off x="5737142" y="4870052"/>
            <a:ext cx="766689" cy="766689"/>
          </a:xfrm>
          <a:prstGeom prst="flowChartConnector">
            <a:avLst/>
          </a:prstGeom>
          <a:solidFill>
            <a:srgbClr val="DBCCF0"/>
          </a:solidFill>
          <a:ln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1" name="Grafik 140">
            <a:extLst>
              <a:ext uri="{FF2B5EF4-FFF2-40B4-BE49-F238E27FC236}">
                <a16:creationId xmlns:a16="http://schemas.microsoft.com/office/drawing/2014/main" id="{6B6B8DD5-37BB-4B27-B800-D2AFBC5832F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906" y="4921334"/>
            <a:ext cx="1092985" cy="728657"/>
          </a:xfrm>
          <a:prstGeom prst="rect">
            <a:avLst/>
          </a:prstGeom>
        </p:spPr>
      </p:pic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F8E12E0D-FEDF-48EA-84EE-87D5ED66B215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3604634" y="4694321"/>
            <a:ext cx="960313" cy="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A8DED1B7-EF75-4D60-829D-3B9CED6AC805}"/>
              </a:ext>
            </a:extLst>
          </p:cNvPr>
          <p:cNvCxnSpPr>
            <a:cxnSpLocks/>
          </p:cNvCxnSpPr>
          <p:nvPr/>
        </p:nvCxnSpPr>
        <p:spPr>
          <a:xfrm flipV="1">
            <a:off x="3429006" y="5917315"/>
            <a:ext cx="175628" cy="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E4617909-DBB8-44C4-B67A-9C985880964D}"/>
              </a:ext>
            </a:extLst>
          </p:cNvPr>
          <p:cNvCxnSpPr>
            <a:cxnSpLocks/>
            <a:endCxn id="66" idx="3"/>
          </p:cNvCxnSpPr>
          <p:nvPr/>
        </p:nvCxnSpPr>
        <p:spPr>
          <a:xfrm flipV="1">
            <a:off x="3604634" y="4930846"/>
            <a:ext cx="1028964" cy="98647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feld 188">
            <a:extLst>
              <a:ext uri="{FF2B5EF4-FFF2-40B4-BE49-F238E27FC236}">
                <a16:creationId xmlns:a16="http://schemas.microsoft.com/office/drawing/2014/main" id="{B5F73378-8940-4F1A-98AF-95B94619784C}"/>
              </a:ext>
            </a:extLst>
          </p:cNvPr>
          <p:cNvSpPr txBox="1"/>
          <p:nvPr/>
        </p:nvSpPr>
        <p:spPr>
          <a:xfrm>
            <a:off x="5186595" y="891969"/>
            <a:ext cx="1913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</a:rPr>
              <a:t>Model </a:t>
            </a:r>
          </a:p>
          <a:p>
            <a:pPr algn="ctr"/>
            <a:r>
              <a:rPr lang="de-DE" sz="1600" dirty="0" err="1">
                <a:solidFill>
                  <a:schemeClr val="bg1"/>
                </a:solidFill>
              </a:rPr>
              <a:t>complexity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90" name="Rechteck 189">
            <a:extLst>
              <a:ext uri="{FF2B5EF4-FFF2-40B4-BE49-F238E27FC236}">
                <a16:creationId xmlns:a16="http://schemas.microsoft.com/office/drawing/2014/main" id="{0350142D-D383-49FC-AFC7-187FA7C6A2C4}"/>
              </a:ext>
            </a:extLst>
          </p:cNvPr>
          <p:cNvSpPr/>
          <p:nvPr/>
        </p:nvSpPr>
        <p:spPr>
          <a:xfrm>
            <a:off x="4390052" y="1735964"/>
            <a:ext cx="11879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Adaptability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13E5537D-9CE0-4589-A335-80BC2BE9F84F}"/>
              </a:ext>
            </a:extLst>
          </p:cNvPr>
          <p:cNvSpPr/>
          <p:nvPr/>
        </p:nvSpPr>
        <p:spPr>
          <a:xfrm>
            <a:off x="6605666" y="1733878"/>
            <a:ext cx="10148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Scalability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2C7D51E6-3340-45BD-8CC7-4C499713BC09}"/>
              </a:ext>
            </a:extLst>
          </p:cNvPr>
          <p:cNvCxnSpPr>
            <a:cxnSpLocks/>
          </p:cNvCxnSpPr>
          <p:nvPr/>
        </p:nvCxnSpPr>
        <p:spPr>
          <a:xfrm flipH="1" flipV="1">
            <a:off x="5133564" y="2970754"/>
            <a:ext cx="782278" cy="79963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30A3EBC3-BB35-423A-B6C2-77CE628AE8D4}"/>
              </a:ext>
            </a:extLst>
          </p:cNvPr>
          <p:cNvCxnSpPr>
            <a:cxnSpLocks/>
            <a:endCxn id="114" idx="4"/>
          </p:cNvCxnSpPr>
          <p:nvPr/>
        </p:nvCxnSpPr>
        <p:spPr>
          <a:xfrm flipV="1">
            <a:off x="5138384" y="2879619"/>
            <a:ext cx="0" cy="93284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1543E125-DA57-457C-9BAC-96D51025AD05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3586232"/>
            <a:ext cx="120631" cy="125746"/>
          </a:xfrm>
          <a:prstGeom prst="line">
            <a:avLst/>
          </a:prstGeom>
          <a:ln w="12700">
            <a:solidFill>
              <a:srgbClr val="A27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BE74CD38-8D56-4528-A1D4-CA1A1C693C52}"/>
              </a:ext>
            </a:extLst>
          </p:cNvPr>
          <p:cNvCxnSpPr>
            <a:cxnSpLocks/>
          </p:cNvCxnSpPr>
          <p:nvPr/>
        </p:nvCxnSpPr>
        <p:spPr>
          <a:xfrm flipH="1" flipV="1">
            <a:off x="6003794" y="2392436"/>
            <a:ext cx="2504" cy="1193796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47F8ED69-B80A-4A09-9794-A5E72CEE2FC1}"/>
              </a:ext>
            </a:extLst>
          </p:cNvPr>
          <p:cNvCxnSpPr>
            <a:cxnSpLocks/>
          </p:cNvCxnSpPr>
          <p:nvPr/>
        </p:nvCxnSpPr>
        <p:spPr>
          <a:xfrm flipH="1">
            <a:off x="6004573" y="2261048"/>
            <a:ext cx="132171" cy="131697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421F98C7-0A74-4149-8824-A090679BA659}"/>
              </a:ext>
            </a:extLst>
          </p:cNvPr>
          <p:cNvCxnSpPr>
            <a:cxnSpLocks/>
          </p:cNvCxnSpPr>
          <p:nvPr/>
        </p:nvCxnSpPr>
        <p:spPr>
          <a:xfrm>
            <a:off x="6305380" y="3566169"/>
            <a:ext cx="0" cy="186991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erader Verbinder 207">
            <a:extLst>
              <a:ext uri="{FF2B5EF4-FFF2-40B4-BE49-F238E27FC236}">
                <a16:creationId xmlns:a16="http://schemas.microsoft.com/office/drawing/2014/main" id="{F13B3F8B-6935-4C26-8852-71EFBFAEAF18}"/>
              </a:ext>
            </a:extLst>
          </p:cNvPr>
          <p:cNvCxnSpPr>
            <a:cxnSpLocks/>
          </p:cNvCxnSpPr>
          <p:nvPr/>
        </p:nvCxnSpPr>
        <p:spPr>
          <a:xfrm flipH="1">
            <a:off x="6305199" y="2831273"/>
            <a:ext cx="716631" cy="7349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hteck 213">
            <a:extLst>
              <a:ext uri="{FF2B5EF4-FFF2-40B4-BE49-F238E27FC236}">
                <a16:creationId xmlns:a16="http://schemas.microsoft.com/office/drawing/2014/main" id="{BD83916C-1123-47C2-ADC8-CEBED9B67E0C}"/>
              </a:ext>
            </a:extLst>
          </p:cNvPr>
          <p:cNvSpPr/>
          <p:nvPr/>
        </p:nvSpPr>
        <p:spPr>
          <a:xfrm>
            <a:off x="8222752" y="4178631"/>
            <a:ext cx="21478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600" dirty="0" err="1">
                <a:solidFill>
                  <a:schemeClr val="bg1"/>
                </a:solidFill>
              </a:rPr>
              <a:t>Convergence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behavior</a:t>
            </a: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16" name="Rechteck 215">
            <a:extLst>
              <a:ext uri="{FF2B5EF4-FFF2-40B4-BE49-F238E27FC236}">
                <a16:creationId xmlns:a16="http://schemas.microsoft.com/office/drawing/2014/main" id="{C36D8B37-C7DB-4836-BE9E-7C428C65E533}"/>
              </a:ext>
            </a:extLst>
          </p:cNvPr>
          <p:cNvSpPr/>
          <p:nvPr/>
        </p:nvSpPr>
        <p:spPr>
          <a:xfrm>
            <a:off x="8711927" y="3065890"/>
            <a:ext cx="11335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Robustness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7979A9C5-55C9-4045-AFE7-2B044AAD8100}"/>
              </a:ext>
            </a:extLst>
          </p:cNvPr>
          <p:cNvSpPr/>
          <p:nvPr/>
        </p:nvSpPr>
        <p:spPr>
          <a:xfrm>
            <a:off x="8824863" y="5267229"/>
            <a:ext cx="9290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600" dirty="0" err="1">
                <a:solidFill>
                  <a:schemeClr val="bg1"/>
                </a:solidFill>
              </a:rPr>
              <a:t>Accuracy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22" name="Gerader Verbinder 221">
            <a:extLst>
              <a:ext uri="{FF2B5EF4-FFF2-40B4-BE49-F238E27FC236}">
                <a16:creationId xmlns:a16="http://schemas.microsoft.com/office/drawing/2014/main" id="{CBA50AE9-71BE-40EE-B1DA-AA909012B3BA}"/>
              </a:ext>
            </a:extLst>
          </p:cNvPr>
          <p:cNvCxnSpPr>
            <a:cxnSpLocks/>
            <a:stCxn id="142" idx="0"/>
            <a:endCxn id="131" idx="4"/>
          </p:cNvCxnSpPr>
          <p:nvPr/>
        </p:nvCxnSpPr>
        <p:spPr>
          <a:xfrm flipV="1">
            <a:off x="6120487" y="4480559"/>
            <a:ext cx="3631" cy="389493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394025AB-CF47-4BE0-98CE-A78E043A0F7C}"/>
              </a:ext>
            </a:extLst>
          </p:cNvPr>
          <p:cNvCxnSpPr>
            <a:cxnSpLocks/>
          </p:cNvCxnSpPr>
          <p:nvPr/>
        </p:nvCxnSpPr>
        <p:spPr>
          <a:xfrm flipV="1">
            <a:off x="6308002" y="4659910"/>
            <a:ext cx="217344" cy="261425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FB5C26D3-7116-4690-B3A7-4D3C17018F2A}"/>
              </a:ext>
            </a:extLst>
          </p:cNvPr>
          <p:cNvCxnSpPr>
            <a:cxnSpLocks/>
            <a:endCxn id="126" idx="1"/>
          </p:cNvCxnSpPr>
          <p:nvPr/>
        </p:nvCxnSpPr>
        <p:spPr>
          <a:xfrm>
            <a:off x="6530263" y="4659910"/>
            <a:ext cx="391470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Gerader Verbinder 235">
            <a:extLst>
              <a:ext uri="{FF2B5EF4-FFF2-40B4-BE49-F238E27FC236}">
                <a16:creationId xmlns:a16="http://schemas.microsoft.com/office/drawing/2014/main" id="{4E17C3E1-2E3B-4A26-871F-CE3F922EC798}"/>
              </a:ext>
            </a:extLst>
          </p:cNvPr>
          <p:cNvCxnSpPr>
            <a:cxnSpLocks/>
          </p:cNvCxnSpPr>
          <p:nvPr/>
        </p:nvCxnSpPr>
        <p:spPr>
          <a:xfrm>
            <a:off x="7668444" y="4671664"/>
            <a:ext cx="1006475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Gerader Verbinder 237">
            <a:extLst>
              <a:ext uri="{FF2B5EF4-FFF2-40B4-BE49-F238E27FC236}">
                <a16:creationId xmlns:a16="http://schemas.microsoft.com/office/drawing/2014/main" id="{8FFDA0B9-F01E-42AC-8249-39C68EF9878F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8674919" y="4675305"/>
            <a:ext cx="223758" cy="197318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Gerader Verbinder 240">
            <a:extLst>
              <a:ext uri="{FF2B5EF4-FFF2-40B4-BE49-F238E27FC236}">
                <a16:creationId xmlns:a16="http://schemas.microsoft.com/office/drawing/2014/main" id="{2679DCBF-C161-40BB-8B1B-FC5DC5FA2D4C}"/>
              </a:ext>
            </a:extLst>
          </p:cNvPr>
          <p:cNvCxnSpPr>
            <a:cxnSpLocks/>
          </p:cNvCxnSpPr>
          <p:nvPr/>
        </p:nvCxnSpPr>
        <p:spPr>
          <a:xfrm>
            <a:off x="7647882" y="4560579"/>
            <a:ext cx="286782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Gerader Verbinder 244">
            <a:extLst>
              <a:ext uri="{FF2B5EF4-FFF2-40B4-BE49-F238E27FC236}">
                <a16:creationId xmlns:a16="http://schemas.microsoft.com/office/drawing/2014/main" id="{9D5D698A-FA29-43DF-A71B-D3DFDC69B71D}"/>
              </a:ext>
            </a:extLst>
          </p:cNvPr>
          <p:cNvCxnSpPr>
            <a:cxnSpLocks/>
          </p:cNvCxnSpPr>
          <p:nvPr/>
        </p:nvCxnSpPr>
        <p:spPr>
          <a:xfrm flipV="1">
            <a:off x="7927696" y="3753159"/>
            <a:ext cx="811362" cy="80742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Gerader Verbinder 247">
            <a:extLst>
              <a:ext uri="{FF2B5EF4-FFF2-40B4-BE49-F238E27FC236}">
                <a16:creationId xmlns:a16="http://schemas.microsoft.com/office/drawing/2014/main" id="{8338FCC8-C672-425F-ACD5-4C0978CE50EE}"/>
              </a:ext>
            </a:extLst>
          </p:cNvPr>
          <p:cNvCxnSpPr>
            <a:cxnSpLocks/>
          </p:cNvCxnSpPr>
          <p:nvPr/>
        </p:nvCxnSpPr>
        <p:spPr>
          <a:xfrm>
            <a:off x="8739058" y="3756831"/>
            <a:ext cx="135133" cy="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Gerader Verbinder 250">
            <a:extLst>
              <a:ext uri="{FF2B5EF4-FFF2-40B4-BE49-F238E27FC236}">
                <a16:creationId xmlns:a16="http://schemas.microsoft.com/office/drawing/2014/main" id="{4D5531C9-4ED5-4D55-98BC-55DDB6799577}"/>
              </a:ext>
            </a:extLst>
          </p:cNvPr>
          <p:cNvCxnSpPr>
            <a:cxnSpLocks/>
          </p:cNvCxnSpPr>
          <p:nvPr/>
        </p:nvCxnSpPr>
        <p:spPr>
          <a:xfrm>
            <a:off x="7647882" y="4824064"/>
            <a:ext cx="286782" cy="2140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Gerader Verbinder 253">
            <a:extLst>
              <a:ext uri="{FF2B5EF4-FFF2-40B4-BE49-F238E27FC236}">
                <a16:creationId xmlns:a16="http://schemas.microsoft.com/office/drawing/2014/main" id="{DF82E6AB-2CB0-4F67-876F-5AAC055DC34C}"/>
              </a:ext>
            </a:extLst>
          </p:cNvPr>
          <p:cNvCxnSpPr>
            <a:cxnSpLocks/>
          </p:cNvCxnSpPr>
          <p:nvPr/>
        </p:nvCxnSpPr>
        <p:spPr>
          <a:xfrm>
            <a:off x="7934664" y="4831915"/>
            <a:ext cx="1001021" cy="99836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2189FEF1-91D7-44B1-9008-F22B7B30CCFF}"/>
              </a:ext>
            </a:extLst>
          </p:cNvPr>
          <p:cNvCxnSpPr>
            <a:cxnSpLocks/>
          </p:cNvCxnSpPr>
          <p:nvPr/>
        </p:nvCxnSpPr>
        <p:spPr>
          <a:xfrm flipV="1">
            <a:off x="3445411" y="4689214"/>
            <a:ext cx="169000" cy="142702"/>
          </a:xfrm>
          <a:prstGeom prst="line">
            <a:avLst/>
          </a:prstGeom>
          <a:ln w="12700">
            <a:solidFill>
              <a:srgbClr val="A27BD7"/>
            </a:solidFill>
          </a:ln>
          <a:effectLst>
            <a:outerShdw blurRad="127000"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021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Breitbild</PresentationFormat>
  <Paragraphs>42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Florian</cp:lastModifiedBy>
  <cp:revision>29</cp:revision>
  <dcterms:created xsi:type="dcterms:W3CDTF">2026-03-25T14:01:43Z</dcterms:created>
  <dcterms:modified xsi:type="dcterms:W3CDTF">2026-04-03T09:01:47Z</dcterms:modified>
</cp:coreProperties>
</file>