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700000" cy="5842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7EE523-2D2D-46CE-8FE7-245EA1A5F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7500" y="956087"/>
            <a:ext cx="9525000" cy="2033881"/>
          </a:xfrm>
        </p:spPr>
        <p:txBody>
          <a:bodyPr anchor="b"/>
          <a:lstStyle>
            <a:lvl1pPr algn="ctr">
              <a:defRPr sz="511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017591-48E0-4940-9F2F-B547E78FC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7500" y="3068403"/>
            <a:ext cx="9525000" cy="1410464"/>
          </a:xfrm>
        </p:spPr>
        <p:txBody>
          <a:bodyPr/>
          <a:lstStyle>
            <a:lvl1pPr marL="0" indent="0" algn="ctr">
              <a:buNone/>
              <a:defRPr sz="2045"/>
            </a:lvl1pPr>
            <a:lvl2pPr marL="389489" indent="0" algn="ctr">
              <a:buNone/>
              <a:defRPr sz="1704"/>
            </a:lvl2pPr>
            <a:lvl3pPr marL="778977" indent="0" algn="ctr">
              <a:buNone/>
              <a:defRPr sz="1533"/>
            </a:lvl3pPr>
            <a:lvl4pPr marL="1168466" indent="0" algn="ctr">
              <a:buNone/>
              <a:defRPr sz="1363"/>
            </a:lvl4pPr>
            <a:lvl5pPr marL="1557955" indent="0" algn="ctr">
              <a:buNone/>
              <a:defRPr sz="1363"/>
            </a:lvl5pPr>
            <a:lvl6pPr marL="1947443" indent="0" algn="ctr">
              <a:buNone/>
              <a:defRPr sz="1363"/>
            </a:lvl6pPr>
            <a:lvl7pPr marL="2336932" indent="0" algn="ctr">
              <a:buNone/>
              <a:defRPr sz="1363"/>
            </a:lvl7pPr>
            <a:lvl8pPr marL="2726421" indent="0" algn="ctr">
              <a:buNone/>
              <a:defRPr sz="1363"/>
            </a:lvl8pPr>
            <a:lvl9pPr marL="3115909" indent="0" algn="ctr">
              <a:buNone/>
              <a:defRPr sz="1363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DCA7E1-BF19-49F1-AF53-6FF90B85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72B3A8-3666-4830-85AE-C7E3630B9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75B02E-B409-4CE1-9415-A10D6E67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56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5B8C83-7EDC-4711-84A3-58D2BBA6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8651B8-C7BA-4A80-B27E-3E509898F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133F72-D5FB-493C-AAE9-9545FC79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0E335C-7FF8-4AE2-9ACB-C246738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E70316-9ED2-40AF-80E1-6E2E2C73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75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BD47A-80B9-4FA2-926A-79F8BAFD9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510" y="1456445"/>
            <a:ext cx="10953750" cy="2430109"/>
          </a:xfrm>
        </p:spPr>
        <p:txBody>
          <a:bodyPr anchor="b"/>
          <a:lstStyle>
            <a:lvl1pPr>
              <a:defRPr sz="511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BF342F-D33B-4ECD-ACF3-C1CD3F1DA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510" y="3909544"/>
            <a:ext cx="10953750" cy="1277937"/>
          </a:xfrm>
        </p:spPr>
        <p:txBody>
          <a:bodyPr/>
          <a:lstStyle>
            <a:lvl1pPr marL="0" indent="0">
              <a:buNone/>
              <a:defRPr sz="2045">
                <a:solidFill>
                  <a:schemeClr val="tx1">
                    <a:tint val="75000"/>
                  </a:schemeClr>
                </a:solidFill>
              </a:defRPr>
            </a:lvl1pPr>
            <a:lvl2pPr marL="389489" indent="0">
              <a:buNone/>
              <a:defRPr sz="1704">
                <a:solidFill>
                  <a:schemeClr val="tx1">
                    <a:tint val="75000"/>
                  </a:schemeClr>
                </a:solidFill>
              </a:defRPr>
            </a:lvl2pPr>
            <a:lvl3pPr marL="778977" indent="0">
              <a:buNone/>
              <a:defRPr sz="1533">
                <a:solidFill>
                  <a:schemeClr val="tx1">
                    <a:tint val="75000"/>
                  </a:schemeClr>
                </a:solidFill>
              </a:defRPr>
            </a:lvl3pPr>
            <a:lvl4pPr marL="1168466" indent="0">
              <a:buNone/>
              <a:defRPr sz="1363">
                <a:solidFill>
                  <a:schemeClr val="tx1">
                    <a:tint val="75000"/>
                  </a:schemeClr>
                </a:solidFill>
              </a:defRPr>
            </a:lvl4pPr>
            <a:lvl5pPr marL="1557955" indent="0">
              <a:buNone/>
              <a:defRPr sz="1363">
                <a:solidFill>
                  <a:schemeClr val="tx1">
                    <a:tint val="75000"/>
                  </a:schemeClr>
                </a:solidFill>
              </a:defRPr>
            </a:lvl5pPr>
            <a:lvl6pPr marL="1947443" indent="0">
              <a:buNone/>
              <a:defRPr sz="1363">
                <a:solidFill>
                  <a:schemeClr val="tx1">
                    <a:tint val="75000"/>
                  </a:schemeClr>
                </a:solidFill>
              </a:defRPr>
            </a:lvl6pPr>
            <a:lvl7pPr marL="2336932" indent="0">
              <a:buNone/>
              <a:defRPr sz="1363">
                <a:solidFill>
                  <a:schemeClr val="tx1">
                    <a:tint val="75000"/>
                  </a:schemeClr>
                </a:solidFill>
              </a:defRPr>
            </a:lvl7pPr>
            <a:lvl8pPr marL="2726421" indent="0">
              <a:buNone/>
              <a:defRPr sz="1363">
                <a:solidFill>
                  <a:schemeClr val="tx1">
                    <a:tint val="75000"/>
                  </a:schemeClr>
                </a:solidFill>
              </a:defRPr>
            </a:lvl8pPr>
            <a:lvl9pPr marL="3115909" indent="0">
              <a:buNone/>
              <a:defRPr sz="1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969D88-05D6-4738-959A-27E98925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3DCE4D-B154-4B5C-90F1-432B79B5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DEB5E0-441E-41F2-9581-12E91282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4067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558DDA-9F38-43A7-B070-F89B1C99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44E8B2-A533-4842-A7F5-1A21FE2DF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3125" y="1555162"/>
            <a:ext cx="5397500" cy="37066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B2F55A-3D65-402B-A51F-FC6B790B8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9375" y="1555162"/>
            <a:ext cx="5397500" cy="37066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E3FC6E-A3DC-4634-B055-E78FCB2EA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5855D2-2D93-480E-97E7-FC03ACE24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2F5269-BC8D-49AA-9AE0-83C424EA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62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72005-775C-4BE9-BAB5-DE612734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79" y="311034"/>
            <a:ext cx="10953750" cy="112918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33D97D-3AA9-4A29-AA97-EF1A5194E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781" y="1432102"/>
            <a:ext cx="5372695" cy="701851"/>
          </a:xfrm>
        </p:spPr>
        <p:txBody>
          <a:bodyPr anchor="b"/>
          <a:lstStyle>
            <a:lvl1pPr marL="0" indent="0">
              <a:buNone/>
              <a:defRPr sz="2045" b="1"/>
            </a:lvl1pPr>
            <a:lvl2pPr marL="389489" indent="0">
              <a:buNone/>
              <a:defRPr sz="1704" b="1"/>
            </a:lvl2pPr>
            <a:lvl3pPr marL="778977" indent="0">
              <a:buNone/>
              <a:defRPr sz="1533" b="1"/>
            </a:lvl3pPr>
            <a:lvl4pPr marL="1168466" indent="0">
              <a:buNone/>
              <a:defRPr sz="1363" b="1"/>
            </a:lvl4pPr>
            <a:lvl5pPr marL="1557955" indent="0">
              <a:buNone/>
              <a:defRPr sz="1363" b="1"/>
            </a:lvl5pPr>
            <a:lvl6pPr marL="1947443" indent="0">
              <a:buNone/>
              <a:defRPr sz="1363" b="1"/>
            </a:lvl6pPr>
            <a:lvl7pPr marL="2336932" indent="0">
              <a:buNone/>
              <a:defRPr sz="1363" b="1"/>
            </a:lvl7pPr>
            <a:lvl8pPr marL="2726421" indent="0">
              <a:buNone/>
              <a:defRPr sz="1363" b="1"/>
            </a:lvl8pPr>
            <a:lvl9pPr marL="3115909" indent="0">
              <a:buNone/>
              <a:defRPr sz="136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8A6EE8D-37DF-4600-B5BA-174D37565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4781" y="2133953"/>
            <a:ext cx="5372695" cy="31387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7E4098-6AA4-4B00-8938-BD7FDC260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9375" y="1432102"/>
            <a:ext cx="5399154" cy="701851"/>
          </a:xfrm>
        </p:spPr>
        <p:txBody>
          <a:bodyPr anchor="b"/>
          <a:lstStyle>
            <a:lvl1pPr marL="0" indent="0">
              <a:buNone/>
              <a:defRPr sz="2045" b="1"/>
            </a:lvl1pPr>
            <a:lvl2pPr marL="389489" indent="0">
              <a:buNone/>
              <a:defRPr sz="1704" b="1"/>
            </a:lvl2pPr>
            <a:lvl3pPr marL="778977" indent="0">
              <a:buNone/>
              <a:defRPr sz="1533" b="1"/>
            </a:lvl3pPr>
            <a:lvl4pPr marL="1168466" indent="0">
              <a:buNone/>
              <a:defRPr sz="1363" b="1"/>
            </a:lvl4pPr>
            <a:lvl5pPr marL="1557955" indent="0">
              <a:buNone/>
              <a:defRPr sz="1363" b="1"/>
            </a:lvl5pPr>
            <a:lvl6pPr marL="1947443" indent="0">
              <a:buNone/>
              <a:defRPr sz="1363" b="1"/>
            </a:lvl6pPr>
            <a:lvl7pPr marL="2336932" indent="0">
              <a:buNone/>
              <a:defRPr sz="1363" b="1"/>
            </a:lvl7pPr>
            <a:lvl8pPr marL="2726421" indent="0">
              <a:buNone/>
              <a:defRPr sz="1363" b="1"/>
            </a:lvl8pPr>
            <a:lvl9pPr marL="3115909" indent="0">
              <a:buNone/>
              <a:defRPr sz="136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4DF1CA2-8E20-49B4-878E-C260F4F8C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9375" y="2133953"/>
            <a:ext cx="5399154" cy="31387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7562746-7962-43BE-A67B-3DA27259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6FA8899-C2A7-47A9-8891-FF5DACC7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3D89085-DFAB-49E6-8A52-CB2435D4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17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0EB9C-9D8E-438D-BD2B-E8E185E9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E65B2CA-AC06-4324-9AA9-112602B3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741968-2B9F-445F-9EC1-CFA854A3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2BA89E-2E3D-487B-916D-9D2B83C30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613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F4A84DD-6C2D-46CC-A22B-3E2EF794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1FDAF6-D2C7-448B-AF00-39F664DF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8570ED-F62E-444B-A0BB-592AA2DB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2859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A0F483-FA2B-4F2E-A723-ECC305B63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0" y="389467"/>
            <a:ext cx="4096080" cy="1363133"/>
          </a:xfrm>
        </p:spPr>
        <p:txBody>
          <a:bodyPr anchor="b"/>
          <a:lstStyle>
            <a:lvl1pPr>
              <a:defRPr sz="2726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EE5EB4-FBC4-4912-9AC6-13531A325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155" y="841141"/>
            <a:ext cx="6429375" cy="4151606"/>
          </a:xfrm>
        </p:spPr>
        <p:txBody>
          <a:bodyPr/>
          <a:lstStyle>
            <a:lvl1pPr>
              <a:defRPr sz="2726"/>
            </a:lvl1pPr>
            <a:lvl2pPr>
              <a:defRPr sz="2385"/>
            </a:lvl2pPr>
            <a:lvl3pPr>
              <a:defRPr sz="2045"/>
            </a:lvl3pPr>
            <a:lvl4pPr>
              <a:defRPr sz="1704"/>
            </a:lvl4pPr>
            <a:lvl5pPr>
              <a:defRPr sz="1704"/>
            </a:lvl5pPr>
            <a:lvl6pPr>
              <a:defRPr sz="1704"/>
            </a:lvl6pPr>
            <a:lvl7pPr>
              <a:defRPr sz="1704"/>
            </a:lvl7pPr>
            <a:lvl8pPr>
              <a:defRPr sz="1704"/>
            </a:lvl8pPr>
            <a:lvl9pPr>
              <a:defRPr sz="170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699985-F062-466B-A1A5-80B178B0F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4780" y="1752600"/>
            <a:ext cx="4096080" cy="3246908"/>
          </a:xfrm>
        </p:spPr>
        <p:txBody>
          <a:bodyPr/>
          <a:lstStyle>
            <a:lvl1pPr marL="0" indent="0">
              <a:buNone/>
              <a:defRPr sz="1363"/>
            </a:lvl1pPr>
            <a:lvl2pPr marL="389489" indent="0">
              <a:buNone/>
              <a:defRPr sz="1193"/>
            </a:lvl2pPr>
            <a:lvl3pPr marL="778977" indent="0">
              <a:buNone/>
              <a:defRPr sz="1022"/>
            </a:lvl3pPr>
            <a:lvl4pPr marL="1168466" indent="0">
              <a:buNone/>
              <a:defRPr sz="852"/>
            </a:lvl4pPr>
            <a:lvl5pPr marL="1557955" indent="0">
              <a:buNone/>
              <a:defRPr sz="852"/>
            </a:lvl5pPr>
            <a:lvl6pPr marL="1947443" indent="0">
              <a:buNone/>
              <a:defRPr sz="852"/>
            </a:lvl6pPr>
            <a:lvl7pPr marL="2336932" indent="0">
              <a:buNone/>
              <a:defRPr sz="852"/>
            </a:lvl7pPr>
            <a:lvl8pPr marL="2726421" indent="0">
              <a:buNone/>
              <a:defRPr sz="852"/>
            </a:lvl8pPr>
            <a:lvl9pPr marL="3115909" indent="0">
              <a:buNone/>
              <a:defRPr sz="85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B4BA22-451A-4976-B2DF-49817237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54DCDE-7AD6-4B34-9A32-0A133CE4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5E4E8A-E832-41FC-AFD0-4917367E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364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45F1F-7730-4EA7-8A32-28BCB2DA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0" y="389467"/>
            <a:ext cx="4096080" cy="1363133"/>
          </a:xfrm>
        </p:spPr>
        <p:txBody>
          <a:bodyPr anchor="b"/>
          <a:lstStyle>
            <a:lvl1pPr>
              <a:defRPr sz="2726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B5B49DF-DE74-4F30-B4DE-50998A1C0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99155" y="841141"/>
            <a:ext cx="6429375" cy="4151606"/>
          </a:xfrm>
        </p:spPr>
        <p:txBody>
          <a:bodyPr/>
          <a:lstStyle>
            <a:lvl1pPr marL="0" indent="0">
              <a:buNone/>
              <a:defRPr sz="2726"/>
            </a:lvl1pPr>
            <a:lvl2pPr marL="389489" indent="0">
              <a:buNone/>
              <a:defRPr sz="2385"/>
            </a:lvl2pPr>
            <a:lvl3pPr marL="778977" indent="0">
              <a:buNone/>
              <a:defRPr sz="2045"/>
            </a:lvl3pPr>
            <a:lvl4pPr marL="1168466" indent="0">
              <a:buNone/>
              <a:defRPr sz="1704"/>
            </a:lvl4pPr>
            <a:lvl5pPr marL="1557955" indent="0">
              <a:buNone/>
              <a:defRPr sz="1704"/>
            </a:lvl5pPr>
            <a:lvl6pPr marL="1947443" indent="0">
              <a:buNone/>
              <a:defRPr sz="1704"/>
            </a:lvl6pPr>
            <a:lvl7pPr marL="2336932" indent="0">
              <a:buNone/>
              <a:defRPr sz="1704"/>
            </a:lvl7pPr>
            <a:lvl8pPr marL="2726421" indent="0">
              <a:buNone/>
              <a:defRPr sz="1704"/>
            </a:lvl8pPr>
            <a:lvl9pPr marL="3115909" indent="0">
              <a:buNone/>
              <a:defRPr sz="1704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1DA939-3BEB-4CBC-AFCE-5105C4593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4780" y="1752600"/>
            <a:ext cx="4096080" cy="3246908"/>
          </a:xfrm>
        </p:spPr>
        <p:txBody>
          <a:bodyPr/>
          <a:lstStyle>
            <a:lvl1pPr marL="0" indent="0">
              <a:buNone/>
              <a:defRPr sz="1363"/>
            </a:lvl1pPr>
            <a:lvl2pPr marL="389489" indent="0">
              <a:buNone/>
              <a:defRPr sz="1193"/>
            </a:lvl2pPr>
            <a:lvl3pPr marL="778977" indent="0">
              <a:buNone/>
              <a:defRPr sz="1022"/>
            </a:lvl3pPr>
            <a:lvl4pPr marL="1168466" indent="0">
              <a:buNone/>
              <a:defRPr sz="852"/>
            </a:lvl4pPr>
            <a:lvl5pPr marL="1557955" indent="0">
              <a:buNone/>
              <a:defRPr sz="852"/>
            </a:lvl5pPr>
            <a:lvl6pPr marL="1947443" indent="0">
              <a:buNone/>
              <a:defRPr sz="852"/>
            </a:lvl6pPr>
            <a:lvl7pPr marL="2336932" indent="0">
              <a:buNone/>
              <a:defRPr sz="852"/>
            </a:lvl7pPr>
            <a:lvl8pPr marL="2726421" indent="0">
              <a:buNone/>
              <a:defRPr sz="852"/>
            </a:lvl8pPr>
            <a:lvl9pPr marL="3115909" indent="0">
              <a:buNone/>
              <a:defRPr sz="85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DE0911-A97D-488D-B339-22641783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5A376C-7D98-48AA-B419-92ED78F6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72E9D4-25CD-4D69-82EA-44995F78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039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DC0388-C0F0-45D0-A627-0E41D605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060B99-C741-415C-ABA2-3CCA2FAF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EEC64C-986D-4116-8A34-EFE734A0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C54651-AD1A-4C88-977C-E18D2273F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D7AD58-D8A5-4421-BCE3-0E1A65D0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62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22600FA-9639-45F6-B15E-A9A458AF8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88437" y="311032"/>
            <a:ext cx="2738438" cy="4950825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944D484-09AF-4763-B6FE-72AFFD516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73126" y="311032"/>
            <a:ext cx="8056563" cy="49508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D08DC9-5F31-40A0-895F-7229FF69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7D8018-E0D2-407D-9EE3-27BED9AD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E1BF8E-BD09-481D-9C4B-44E60D56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857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7EF7EF5-6FD9-4B61-9C2B-2E7F649CE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25" y="311034"/>
            <a:ext cx="10953750" cy="1129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2B0685-35AE-418E-9E98-48F558769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125" y="1555162"/>
            <a:ext cx="10953750" cy="3706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7C7332-4953-40C5-90BA-D933E6ECD6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125" y="5414670"/>
            <a:ext cx="2857500" cy="311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C9ED4-DF6D-4E0C-8EAC-858C0487FF7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61F6D1-4F3D-48C1-909E-E4AA86604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5414670"/>
            <a:ext cx="4286250" cy="311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DCED6-7AAA-43A2-9D2C-B152EA44F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5414670"/>
            <a:ext cx="2857500" cy="311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C8CD8-3929-4AFD-BB5C-EFAF26474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304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78977" rtl="0" eaLnBrk="1" latinLnBrk="0" hangingPunct="1">
        <a:lnSpc>
          <a:spcPct val="90000"/>
        </a:lnSpc>
        <a:spcBef>
          <a:spcPct val="0"/>
        </a:spcBef>
        <a:buNone/>
        <a:defRPr sz="37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744" indent="-194744" algn="l" defTabSz="778977" rtl="0" eaLnBrk="1" latinLnBrk="0" hangingPunct="1">
        <a:lnSpc>
          <a:spcPct val="90000"/>
        </a:lnSpc>
        <a:spcBef>
          <a:spcPts val="852"/>
        </a:spcBef>
        <a:buFont typeface="Arial" panose="020B0604020202020204" pitchFamily="34" charset="0"/>
        <a:buChar char="•"/>
        <a:defRPr sz="2385" kern="1200">
          <a:solidFill>
            <a:schemeClr val="tx1"/>
          </a:solidFill>
          <a:latin typeface="+mn-lt"/>
          <a:ea typeface="+mn-ea"/>
          <a:cs typeface="+mn-cs"/>
        </a:defRPr>
      </a:lvl1pPr>
      <a:lvl2pPr marL="584233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2045" kern="1200">
          <a:solidFill>
            <a:schemeClr val="tx1"/>
          </a:solidFill>
          <a:latin typeface="+mn-lt"/>
          <a:ea typeface="+mn-ea"/>
          <a:cs typeface="+mn-cs"/>
        </a:defRPr>
      </a:lvl2pPr>
      <a:lvl3pPr marL="973722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704" kern="1200">
          <a:solidFill>
            <a:schemeClr val="tx1"/>
          </a:solidFill>
          <a:latin typeface="+mn-lt"/>
          <a:ea typeface="+mn-ea"/>
          <a:cs typeface="+mn-cs"/>
        </a:defRPr>
      </a:lvl3pPr>
      <a:lvl4pPr marL="1363210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4pPr>
      <a:lvl5pPr marL="1752699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5pPr>
      <a:lvl6pPr marL="2142188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6pPr>
      <a:lvl7pPr marL="2531676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7pPr>
      <a:lvl8pPr marL="2921165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8pPr>
      <a:lvl9pPr marL="3310654" indent="-194744" algn="l" defTabSz="778977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1pPr>
      <a:lvl2pPr marL="389489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2pPr>
      <a:lvl3pPr marL="778977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3pPr>
      <a:lvl4pPr marL="1168466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4pPr>
      <a:lvl5pPr marL="1557955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5pPr>
      <a:lvl6pPr marL="1947443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6pPr>
      <a:lvl7pPr marL="2336932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7pPr>
      <a:lvl8pPr marL="2726421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8pPr>
      <a:lvl9pPr marL="3115909" algn="l" defTabSz="778977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44C9632-815E-40FB-B334-4DCE7F65BEAF}"/>
              </a:ext>
            </a:extLst>
          </p:cNvPr>
          <p:cNvSpPr txBox="1"/>
          <p:nvPr/>
        </p:nvSpPr>
        <p:spPr>
          <a:xfrm>
            <a:off x="609600" y="152400"/>
            <a:ext cx="44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600" b="1">
                <a:solidFill>
                  <a:srgbClr val="222222"/>
                </a:solidFill>
                <a:latin typeface="Arial" panose="020B0604020202020204" pitchFamily="34" charset="0"/>
              </a:rPr>
              <a:t>(a)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0110D87D-DFFB-4ECE-9666-BD1819697E0F}"/>
              </a:ext>
            </a:extLst>
          </p:cNvPr>
          <p:cNvCxnSpPr/>
          <p:nvPr/>
        </p:nvCxnSpPr>
        <p:spPr>
          <a:xfrm>
            <a:off x="914400" y="4419600"/>
            <a:ext cx="5207000" cy="0"/>
          </a:xfrm>
          <a:prstGeom prst="line">
            <a:avLst/>
          </a:prstGeom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1C848F83-2059-4676-94B0-373DE138DF04}"/>
              </a:ext>
            </a:extLst>
          </p:cNvPr>
          <p:cNvSpPr txBox="1"/>
          <p:nvPr/>
        </p:nvSpPr>
        <p:spPr>
          <a:xfrm>
            <a:off x="317500" y="4305300"/>
            <a:ext cx="520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0.000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DF07A56-CCD8-415B-8531-95738D0F2DF7}"/>
              </a:ext>
            </a:extLst>
          </p:cNvPr>
          <p:cNvCxnSpPr/>
          <p:nvPr/>
        </p:nvCxnSpPr>
        <p:spPr>
          <a:xfrm>
            <a:off x="914400" y="3657600"/>
            <a:ext cx="52070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59014B8C-A5B4-4DA1-B673-AA24FFEC60DC}"/>
              </a:ext>
            </a:extLst>
          </p:cNvPr>
          <p:cNvSpPr txBox="1"/>
          <p:nvPr/>
        </p:nvSpPr>
        <p:spPr>
          <a:xfrm>
            <a:off x="317500" y="3543300"/>
            <a:ext cx="520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0.005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1CA4E667-523A-405B-B53D-1B66533201DB}"/>
              </a:ext>
            </a:extLst>
          </p:cNvPr>
          <p:cNvCxnSpPr/>
          <p:nvPr/>
        </p:nvCxnSpPr>
        <p:spPr>
          <a:xfrm>
            <a:off x="914400" y="2895600"/>
            <a:ext cx="52070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FD409AB4-42AF-45EA-AB28-8F2859F15B16}"/>
              </a:ext>
            </a:extLst>
          </p:cNvPr>
          <p:cNvSpPr txBox="1"/>
          <p:nvPr/>
        </p:nvSpPr>
        <p:spPr>
          <a:xfrm>
            <a:off x="317500" y="2781300"/>
            <a:ext cx="520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0.010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0A234B1-B5A8-4CAF-97EF-B70DA572A9D5}"/>
              </a:ext>
            </a:extLst>
          </p:cNvPr>
          <p:cNvCxnSpPr/>
          <p:nvPr/>
        </p:nvCxnSpPr>
        <p:spPr>
          <a:xfrm>
            <a:off x="914400" y="2133600"/>
            <a:ext cx="52070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0E199FC8-67D1-44F2-83A2-C95D501C17B5}"/>
              </a:ext>
            </a:extLst>
          </p:cNvPr>
          <p:cNvSpPr txBox="1"/>
          <p:nvPr/>
        </p:nvSpPr>
        <p:spPr>
          <a:xfrm>
            <a:off x="317500" y="2019300"/>
            <a:ext cx="520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0.015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77A3286B-64FF-497F-8209-F90573119C36}"/>
              </a:ext>
            </a:extLst>
          </p:cNvPr>
          <p:cNvCxnSpPr/>
          <p:nvPr/>
        </p:nvCxnSpPr>
        <p:spPr>
          <a:xfrm>
            <a:off x="914400" y="1371600"/>
            <a:ext cx="52070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FDAF6DB5-74CB-4D4F-8CAD-ADA13B358BD0}"/>
              </a:ext>
            </a:extLst>
          </p:cNvPr>
          <p:cNvSpPr txBox="1"/>
          <p:nvPr/>
        </p:nvSpPr>
        <p:spPr>
          <a:xfrm>
            <a:off x="317500" y="1257300"/>
            <a:ext cx="520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0.020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7DE45B8-66A5-4E93-BA49-C74587F94423}"/>
              </a:ext>
            </a:extLst>
          </p:cNvPr>
          <p:cNvCxnSpPr/>
          <p:nvPr/>
        </p:nvCxnSpPr>
        <p:spPr>
          <a:xfrm>
            <a:off x="914400" y="609600"/>
            <a:ext cx="52070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13C366A7-4668-49CB-BB41-762A1A9BC498}"/>
              </a:ext>
            </a:extLst>
          </p:cNvPr>
          <p:cNvSpPr txBox="1"/>
          <p:nvPr/>
        </p:nvSpPr>
        <p:spPr>
          <a:xfrm>
            <a:off x="317500" y="495300"/>
            <a:ext cx="520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0.025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0C9B821F-9CA3-4427-BE0B-E5D44CF2CDCC}"/>
              </a:ext>
            </a:extLst>
          </p:cNvPr>
          <p:cNvCxnSpPr/>
          <p:nvPr/>
        </p:nvCxnSpPr>
        <p:spPr>
          <a:xfrm>
            <a:off x="914400" y="609600"/>
            <a:ext cx="0" cy="381000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71E7608-EABC-477A-BA44-B528AD16224D}"/>
              </a:ext>
            </a:extLst>
          </p:cNvPr>
          <p:cNvCxnSpPr/>
          <p:nvPr/>
        </p:nvCxnSpPr>
        <p:spPr>
          <a:xfrm>
            <a:off x="914400" y="4419600"/>
            <a:ext cx="5207000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4D5AAA3D-F20A-4F4E-B7EB-CA62F1B280DE}"/>
              </a:ext>
            </a:extLst>
          </p:cNvPr>
          <p:cNvSpPr/>
          <p:nvPr/>
        </p:nvSpPr>
        <p:spPr>
          <a:xfrm>
            <a:off x="1308100" y="1797251"/>
            <a:ext cx="292100" cy="2622349"/>
          </a:xfrm>
          <a:prstGeom prst="rect">
            <a:avLst/>
          </a:prstGeom>
          <a:solidFill>
            <a:srgbClr val="59C7C2">
              <a:alpha val="48000"/>
            </a:srgbClr>
          </a:solidFill>
          <a:ln w="17780">
            <a:solidFill>
              <a:srgbClr val="59C7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56C5647-88FD-442B-AB3C-ED3C83A9C535}"/>
              </a:ext>
            </a:extLst>
          </p:cNvPr>
          <p:cNvSpPr/>
          <p:nvPr/>
        </p:nvSpPr>
        <p:spPr>
          <a:xfrm>
            <a:off x="1701800" y="1006419"/>
            <a:ext cx="292100" cy="3413181"/>
          </a:xfrm>
          <a:prstGeom prst="rect">
            <a:avLst/>
          </a:prstGeom>
          <a:solidFill>
            <a:srgbClr val="59C7C2">
              <a:alpha val="96000"/>
            </a:srgbClr>
          </a:solidFill>
          <a:ln w="17780">
            <a:solidFill>
              <a:srgbClr val="59C7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42AF734-82B0-4361-9047-B16586671EF1}"/>
              </a:ext>
            </a:extLst>
          </p:cNvPr>
          <p:cNvSpPr txBox="1"/>
          <p:nvPr/>
        </p:nvSpPr>
        <p:spPr>
          <a:xfrm>
            <a:off x="1117600" y="1555951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0.0172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F16A95-AAFA-4093-BE95-FB3AF5C88C46}"/>
              </a:ext>
            </a:extLst>
          </p:cNvPr>
          <p:cNvSpPr txBox="1"/>
          <p:nvPr/>
        </p:nvSpPr>
        <p:spPr>
          <a:xfrm>
            <a:off x="1511300" y="765119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0.0224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8D90896-4029-4966-8C56-BB4BC9CE1393}"/>
              </a:ext>
            </a:extLst>
          </p:cNvPr>
          <p:cNvSpPr txBox="1"/>
          <p:nvPr/>
        </p:nvSpPr>
        <p:spPr>
          <a:xfrm>
            <a:off x="1219200" y="4495800"/>
            <a:ext cx="863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 b="1">
                <a:solidFill>
                  <a:srgbClr val="222222"/>
                </a:solidFill>
                <a:latin typeface="Arial" panose="020B0604020202020204" pitchFamily="34" charset="0"/>
              </a:rPr>
              <a:t>CNN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AECFFAE-54AC-4CC4-AE4F-ED2D870E3456}"/>
              </a:ext>
            </a:extLst>
          </p:cNvPr>
          <p:cNvSpPr/>
          <p:nvPr/>
        </p:nvSpPr>
        <p:spPr>
          <a:xfrm>
            <a:off x="2514600" y="2196481"/>
            <a:ext cx="292100" cy="2223119"/>
          </a:xfrm>
          <a:prstGeom prst="rect">
            <a:avLst/>
          </a:prstGeom>
          <a:solidFill>
            <a:srgbClr val="59E83A">
              <a:alpha val="48000"/>
            </a:srgbClr>
          </a:solidFill>
          <a:ln w="17780">
            <a:solidFill>
              <a:srgbClr val="59E8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AF7B90A-797B-4EBB-95A3-E22211BED7B0}"/>
              </a:ext>
            </a:extLst>
          </p:cNvPr>
          <p:cNvSpPr/>
          <p:nvPr/>
        </p:nvSpPr>
        <p:spPr>
          <a:xfrm>
            <a:off x="2908300" y="1680369"/>
            <a:ext cx="292100" cy="2739231"/>
          </a:xfrm>
          <a:prstGeom prst="rect">
            <a:avLst/>
          </a:prstGeom>
          <a:solidFill>
            <a:srgbClr val="59E83A">
              <a:alpha val="96000"/>
            </a:srgbClr>
          </a:solidFill>
          <a:ln w="17780">
            <a:solidFill>
              <a:srgbClr val="59E8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58154CE-0AF1-4C4B-BE6E-09372BE96452}"/>
              </a:ext>
            </a:extLst>
          </p:cNvPr>
          <p:cNvSpPr txBox="1"/>
          <p:nvPr/>
        </p:nvSpPr>
        <p:spPr>
          <a:xfrm>
            <a:off x="2324100" y="1955181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0.0146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27903DC-433A-40B5-BC92-C0E8BD9206B0}"/>
              </a:ext>
            </a:extLst>
          </p:cNvPr>
          <p:cNvSpPr txBox="1"/>
          <p:nvPr/>
        </p:nvSpPr>
        <p:spPr>
          <a:xfrm>
            <a:off x="2717800" y="1439069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0.0180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646670D0-61D7-4D20-ABB4-94B284E77E5D}"/>
              </a:ext>
            </a:extLst>
          </p:cNvPr>
          <p:cNvSpPr txBox="1"/>
          <p:nvPr/>
        </p:nvSpPr>
        <p:spPr>
          <a:xfrm>
            <a:off x="2425700" y="4495800"/>
            <a:ext cx="863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 b="1">
                <a:solidFill>
                  <a:srgbClr val="222222"/>
                </a:solidFill>
                <a:latin typeface="Arial" panose="020B0604020202020204" pitchFamily="34" charset="0"/>
              </a:rPr>
              <a:t>GRU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624795C-1A76-4477-881B-A8CCB87094BB}"/>
              </a:ext>
            </a:extLst>
          </p:cNvPr>
          <p:cNvSpPr/>
          <p:nvPr/>
        </p:nvSpPr>
        <p:spPr>
          <a:xfrm>
            <a:off x="3721100" y="1879989"/>
            <a:ext cx="292100" cy="2539611"/>
          </a:xfrm>
          <a:prstGeom prst="rect">
            <a:avLst/>
          </a:prstGeom>
          <a:solidFill>
            <a:srgbClr val="E76B91">
              <a:alpha val="48000"/>
            </a:srgbClr>
          </a:solidFill>
          <a:ln w="17780">
            <a:solidFill>
              <a:srgbClr val="E76B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CAA7784-1CA2-4B3F-9ABC-B294DB2DA25F}"/>
              </a:ext>
            </a:extLst>
          </p:cNvPr>
          <p:cNvSpPr/>
          <p:nvPr/>
        </p:nvSpPr>
        <p:spPr>
          <a:xfrm>
            <a:off x="4114800" y="1381086"/>
            <a:ext cx="292100" cy="3038514"/>
          </a:xfrm>
          <a:prstGeom prst="rect">
            <a:avLst/>
          </a:prstGeom>
          <a:solidFill>
            <a:srgbClr val="E76B91">
              <a:alpha val="96000"/>
            </a:srgbClr>
          </a:solidFill>
          <a:ln w="17780">
            <a:solidFill>
              <a:srgbClr val="E76B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634FF7E-8AB6-4E2C-A0CC-88788235BFFF}"/>
              </a:ext>
            </a:extLst>
          </p:cNvPr>
          <p:cNvSpPr txBox="1"/>
          <p:nvPr/>
        </p:nvSpPr>
        <p:spPr>
          <a:xfrm>
            <a:off x="3530600" y="1638689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0.0167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843C247-3230-47C7-A627-20DE29C1FCBA}"/>
              </a:ext>
            </a:extLst>
          </p:cNvPr>
          <p:cNvSpPr txBox="1"/>
          <p:nvPr/>
        </p:nvSpPr>
        <p:spPr>
          <a:xfrm>
            <a:off x="3924300" y="1139786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0.0199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4BF95B5-4555-473F-ACF6-19D5E3176D81}"/>
              </a:ext>
            </a:extLst>
          </p:cNvPr>
          <p:cNvSpPr txBox="1"/>
          <p:nvPr/>
        </p:nvSpPr>
        <p:spPr>
          <a:xfrm>
            <a:off x="3632200" y="4495800"/>
            <a:ext cx="863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 b="1">
                <a:solidFill>
                  <a:srgbClr val="222222"/>
                </a:solidFill>
                <a:latin typeface="Arial" panose="020B0604020202020204" pitchFamily="34" charset="0"/>
              </a:rPr>
              <a:t>LSTM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4A2CA57-590F-4396-9646-4DD8E187AA33}"/>
              </a:ext>
            </a:extLst>
          </p:cNvPr>
          <p:cNvSpPr/>
          <p:nvPr/>
        </p:nvSpPr>
        <p:spPr>
          <a:xfrm>
            <a:off x="4927600" y="2104696"/>
            <a:ext cx="292100" cy="2314904"/>
          </a:xfrm>
          <a:prstGeom prst="rect">
            <a:avLst/>
          </a:prstGeom>
          <a:solidFill>
            <a:srgbClr val="294862">
              <a:alpha val="48000"/>
            </a:srgbClr>
          </a:solidFill>
          <a:ln w="17780">
            <a:solidFill>
              <a:srgbClr val="29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8EE1DD0-087B-4795-A5CB-851741CF1A56}"/>
              </a:ext>
            </a:extLst>
          </p:cNvPr>
          <p:cNvSpPr/>
          <p:nvPr/>
        </p:nvSpPr>
        <p:spPr>
          <a:xfrm>
            <a:off x="5321300" y="1433852"/>
            <a:ext cx="292100" cy="2985748"/>
          </a:xfrm>
          <a:prstGeom prst="rect">
            <a:avLst/>
          </a:prstGeom>
          <a:solidFill>
            <a:srgbClr val="294862">
              <a:alpha val="96000"/>
            </a:srgbClr>
          </a:solidFill>
          <a:ln w="17780">
            <a:solidFill>
              <a:srgbClr val="29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EF7093C0-0CC8-4B98-B7B7-FD839D28C440}"/>
              </a:ext>
            </a:extLst>
          </p:cNvPr>
          <p:cNvSpPr txBox="1"/>
          <p:nvPr/>
        </p:nvSpPr>
        <p:spPr>
          <a:xfrm>
            <a:off x="4737100" y="1863396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0.0152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81386F9-CAC2-4BB7-AC44-8678EED1A418}"/>
              </a:ext>
            </a:extLst>
          </p:cNvPr>
          <p:cNvSpPr txBox="1"/>
          <p:nvPr/>
        </p:nvSpPr>
        <p:spPr>
          <a:xfrm>
            <a:off x="5130800" y="1192552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rgbClr val="222222"/>
                </a:solidFill>
                <a:latin typeface="Arial" panose="020B0604020202020204" pitchFamily="34" charset="0"/>
              </a:rPr>
              <a:t>0.0196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1180060-BBF0-4680-B114-EA65FB4B0ED5}"/>
              </a:ext>
            </a:extLst>
          </p:cNvPr>
          <p:cNvSpPr txBox="1"/>
          <p:nvPr/>
        </p:nvSpPr>
        <p:spPr>
          <a:xfrm>
            <a:off x="4838700" y="4495800"/>
            <a:ext cx="863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 b="1">
                <a:solidFill>
                  <a:srgbClr val="222222"/>
                </a:solidFill>
                <a:latin typeface="Arial" panose="020B0604020202020204" pitchFamily="34" charset="0"/>
              </a:rPr>
              <a:t>TCN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E125899-4378-418C-AF03-00AF69F1EA15}"/>
              </a:ext>
            </a:extLst>
          </p:cNvPr>
          <p:cNvSpPr/>
          <p:nvPr/>
        </p:nvSpPr>
        <p:spPr>
          <a:xfrm>
            <a:off x="2857500" y="190500"/>
            <a:ext cx="203200" cy="152400"/>
          </a:xfrm>
          <a:prstGeom prst="rect">
            <a:avLst/>
          </a:prstGeom>
          <a:solidFill>
            <a:srgbClr val="777777">
              <a:alpha val="48000"/>
            </a:srgbClr>
          </a:solidFill>
          <a:ln w="17780">
            <a:solidFill>
              <a:srgbClr val="7777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E4213616-854E-4458-929B-B67132526527}"/>
              </a:ext>
            </a:extLst>
          </p:cNvPr>
          <p:cNvSpPr/>
          <p:nvPr/>
        </p:nvSpPr>
        <p:spPr>
          <a:xfrm>
            <a:off x="3937000" y="190500"/>
            <a:ext cx="203200" cy="152400"/>
          </a:xfrm>
          <a:prstGeom prst="rect">
            <a:avLst/>
          </a:prstGeom>
          <a:solidFill>
            <a:srgbClr val="777777">
              <a:alpha val="96000"/>
            </a:srgbClr>
          </a:solidFill>
          <a:ln w="17780">
            <a:solidFill>
              <a:srgbClr val="7777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E1C4E9D-63FD-4336-B293-782D791E839D}"/>
              </a:ext>
            </a:extLst>
          </p:cNvPr>
          <p:cNvSpPr txBox="1"/>
          <p:nvPr/>
        </p:nvSpPr>
        <p:spPr>
          <a:xfrm>
            <a:off x="3136900" y="152400"/>
            <a:ext cx="660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00">
                <a:solidFill>
                  <a:srgbClr val="222222"/>
                </a:solidFill>
                <a:latin typeface="Arial" panose="020B0604020202020204" pitchFamily="34" charset="0"/>
              </a:rPr>
              <a:t>MAE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741502F-66BC-4994-89EC-5BC5D07C8731}"/>
              </a:ext>
            </a:extLst>
          </p:cNvPr>
          <p:cNvSpPr txBox="1"/>
          <p:nvPr/>
        </p:nvSpPr>
        <p:spPr>
          <a:xfrm>
            <a:off x="4216400" y="152400"/>
            <a:ext cx="73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00">
                <a:solidFill>
                  <a:srgbClr val="222222"/>
                </a:solidFill>
                <a:latin typeface="Arial" panose="020B0604020202020204" pitchFamily="34" charset="0"/>
              </a:rPr>
              <a:t>RMSE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426701F8-EDC2-4BDB-848E-9FE8E99BC52A}"/>
              </a:ext>
            </a:extLst>
          </p:cNvPr>
          <p:cNvSpPr txBox="1"/>
          <p:nvPr/>
        </p:nvSpPr>
        <p:spPr>
          <a:xfrm rot="16200000">
            <a:off x="-698500" y="2387600"/>
            <a:ext cx="203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400">
                <a:solidFill>
                  <a:srgbClr val="222222"/>
                </a:solidFill>
                <a:latin typeface="Arial" panose="020B0604020202020204" pitchFamily="34" charset="0"/>
              </a:rPr>
              <a:t>SOH error [0-1]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F95DE48-6553-44FA-8708-BF56045B34CA}"/>
              </a:ext>
            </a:extLst>
          </p:cNvPr>
          <p:cNvSpPr txBox="1"/>
          <p:nvPr/>
        </p:nvSpPr>
        <p:spPr>
          <a:xfrm>
            <a:off x="2413000" y="5054600"/>
            <a:ext cx="2222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400">
                <a:solidFill>
                  <a:srgbClr val="222222"/>
                </a:solidFill>
                <a:latin typeface="Arial" panose="020B0604020202020204" pitchFamily="34" charset="0"/>
              </a:rPr>
              <a:t>Architecture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DAD418CC-4623-472A-AEE3-328F84F85EC9}"/>
              </a:ext>
            </a:extLst>
          </p:cNvPr>
          <p:cNvSpPr txBox="1"/>
          <p:nvPr/>
        </p:nvSpPr>
        <p:spPr>
          <a:xfrm>
            <a:off x="6985000" y="152400"/>
            <a:ext cx="44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600" b="1">
                <a:solidFill>
                  <a:srgbClr val="222222"/>
                </a:solidFill>
                <a:latin typeface="Arial" panose="020B0604020202020204" pitchFamily="34" charset="0"/>
              </a:rPr>
              <a:t>(b)</a:t>
            </a: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F6827553-4F2B-4A9D-9684-0496EFBBF9DD}"/>
              </a:ext>
            </a:extLst>
          </p:cNvPr>
          <p:cNvCxnSpPr/>
          <p:nvPr/>
        </p:nvCxnSpPr>
        <p:spPr>
          <a:xfrm>
            <a:off x="7315200" y="4419600"/>
            <a:ext cx="5029200" cy="0"/>
          </a:xfrm>
          <a:prstGeom prst="line">
            <a:avLst/>
          </a:prstGeom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BA721376-4D95-4552-A5C1-726E29E34866}"/>
              </a:ext>
            </a:extLst>
          </p:cNvPr>
          <p:cNvSpPr txBox="1"/>
          <p:nvPr/>
        </p:nvSpPr>
        <p:spPr>
          <a:xfrm>
            <a:off x="6794500" y="43053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0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28B1FDF8-4512-487F-96BE-A09052FF3285}"/>
              </a:ext>
            </a:extLst>
          </p:cNvPr>
          <p:cNvCxnSpPr/>
          <p:nvPr/>
        </p:nvCxnSpPr>
        <p:spPr>
          <a:xfrm>
            <a:off x="7315200" y="3467100"/>
            <a:ext cx="50292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F90592F1-3994-40FD-B17C-5D657A44981C}"/>
              </a:ext>
            </a:extLst>
          </p:cNvPr>
          <p:cNvSpPr txBox="1"/>
          <p:nvPr/>
        </p:nvSpPr>
        <p:spPr>
          <a:xfrm>
            <a:off x="6794500" y="33528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9DF79003-47E3-43B0-ADAE-1EED0C94437E}"/>
              </a:ext>
            </a:extLst>
          </p:cNvPr>
          <p:cNvCxnSpPr/>
          <p:nvPr/>
        </p:nvCxnSpPr>
        <p:spPr>
          <a:xfrm>
            <a:off x="7315200" y="2514600"/>
            <a:ext cx="50292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9B19E165-995B-4AE5-A016-B0D4E23EACAF}"/>
              </a:ext>
            </a:extLst>
          </p:cNvPr>
          <p:cNvSpPr txBox="1"/>
          <p:nvPr/>
        </p:nvSpPr>
        <p:spPr>
          <a:xfrm>
            <a:off x="6794500" y="24003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2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FD69334A-D908-4CBA-AC54-D1B023E5EF1E}"/>
              </a:ext>
            </a:extLst>
          </p:cNvPr>
          <p:cNvCxnSpPr/>
          <p:nvPr/>
        </p:nvCxnSpPr>
        <p:spPr>
          <a:xfrm>
            <a:off x="7315200" y="1562100"/>
            <a:ext cx="50292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0A37C21B-6FAB-42F7-A2C1-4A27C83FB1C5}"/>
              </a:ext>
            </a:extLst>
          </p:cNvPr>
          <p:cNvSpPr txBox="1"/>
          <p:nvPr/>
        </p:nvSpPr>
        <p:spPr>
          <a:xfrm>
            <a:off x="6794500" y="14478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3CEE47BB-3293-4D8D-88C4-901114FD4B1E}"/>
              </a:ext>
            </a:extLst>
          </p:cNvPr>
          <p:cNvCxnSpPr/>
          <p:nvPr/>
        </p:nvCxnSpPr>
        <p:spPr>
          <a:xfrm>
            <a:off x="7315200" y="609600"/>
            <a:ext cx="5029200" cy="0"/>
          </a:xfrm>
          <a:prstGeom prst="line">
            <a:avLst/>
          </a:prstGeom>
          <a:ln w="1016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63834AAA-7ABB-45CD-8001-4844A3FFC8CF}"/>
              </a:ext>
            </a:extLst>
          </p:cNvPr>
          <p:cNvSpPr txBox="1"/>
          <p:nvPr/>
        </p:nvSpPr>
        <p:spPr>
          <a:xfrm>
            <a:off x="6794500" y="4953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4</a:t>
            </a:r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95DF3E0C-146A-4238-AFE8-82C2217888CC}"/>
              </a:ext>
            </a:extLst>
          </p:cNvPr>
          <p:cNvCxnSpPr/>
          <p:nvPr/>
        </p:nvCxnSpPr>
        <p:spPr>
          <a:xfrm>
            <a:off x="7315200" y="609600"/>
            <a:ext cx="0" cy="381000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C325A15-204F-49E7-95DE-7B3D5BB9CC4A}"/>
              </a:ext>
            </a:extLst>
          </p:cNvPr>
          <p:cNvCxnSpPr/>
          <p:nvPr/>
        </p:nvCxnSpPr>
        <p:spPr>
          <a:xfrm>
            <a:off x="7315200" y="4419600"/>
            <a:ext cx="5029200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8FB2C7FC-E51A-45FB-9AC1-29972CAB2BCB}"/>
              </a:ext>
            </a:extLst>
          </p:cNvPr>
          <p:cNvSpPr/>
          <p:nvPr/>
        </p:nvSpPr>
        <p:spPr>
          <a:xfrm>
            <a:off x="7683500" y="2590871"/>
            <a:ext cx="635000" cy="1828729"/>
          </a:xfrm>
          <a:prstGeom prst="rect">
            <a:avLst/>
          </a:prstGeom>
          <a:solidFill>
            <a:srgbClr val="59C7C2">
              <a:alpha val="72000"/>
            </a:srgbClr>
          </a:solidFill>
          <a:ln w="17780">
            <a:solidFill>
              <a:srgbClr val="59C7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00C8193-A513-4C40-BA68-99996E2F1EC0}"/>
              </a:ext>
            </a:extLst>
          </p:cNvPr>
          <p:cNvSpPr txBox="1"/>
          <p:nvPr/>
        </p:nvSpPr>
        <p:spPr>
          <a:xfrm>
            <a:off x="7556500" y="2324171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1.920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F615A234-01D9-4D10-A05E-DEB53E1F488C}"/>
              </a:ext>
            </a:extLst>
          </p:cNvPr>
          <p:cNvSpPr txBox="1"/>
          <p:nvPr/>
        </p:nvSpPr>
        <p:spPr>
          <a:xfrm>
            <a:off x="7569200" y="4495800"/>
            <a:ext cx="863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 b="1">
                <a:solidFill>
                  <a:srgbClr val="222222"/>
                </a:solidFill>
                <a:latin typeface="Arial" panose="020B0604020202020204" pitchFamily="34" charset="0"/>
              </a:rPr>
              <a:t>CNN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3A6B34F1-6CC5-4895-957C-12B821FB9499}"/>
              </a:ext>
            </a:extLst>
          </p:cNvPr>
          <p:cNvSpPr/>
          <p:nvPr/>
        </p:nvSpPr>
        <p:spPr>
          <a:xfrm>
            <a:off x="8890000" y="1351760"/>
            <a:ext cx="635000" cy="3067840"/>
          </a:xfrm>
          <a:prstGeom prst="rect">
            <a:avLst/>
          </a:prstGeom>
          <a:solidFill>
            <a:srgbClr val="59E83A">
              <a:alpha val="72000"/>
            </a:srgbClr>
          </a:solidFill>
          <a:ln w="17780">
            <a:solidFill>
              <a:srgbClr val="59E8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400831CA-7E83-4513-B5AD-9F014DBF94A5}"/>
              </a:ext>
            </a:extLst>
          </p:cNvPr>
          <p:cNvSpPr txBox="1"/>
          <p:nvPr/>
        </p:nvSpPr>
        <p:spPr>
          <a:xfrm>
            <a:off x="8763000" y="108506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3.221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D8FA716B-6D1D-4860-979E-E360D667BDE7}"/>
              </a:ext>
            </a:extLst>
          </p:cNvPr>
          <p:cNvSpPr txBox="1"/>
          <p:nvPr/>
        </p:nvSpPr>
        <p:spPr>
          <a:xfrm>
            <a:off x="8775700" y="4495800"/>
            <a:ext cx="863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 b="1">
                <a:solidFill>
                  <a:srgbClr val="222222"/>
                </a:solidFill>
                <a:latin typeface="Arial" panose="020B0604020202020204" pitchFamily="34" charset="0"/>
              </a:rPr>
              <a:t>GRU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8121D5D-DC53-4D55-8707-6E7A9D486900}"/>
              </a:ext>
            </a:extLst>
          </p:cNvPr>
          <p:cNvSpPr/>
          <p:nvPr/>
        </p:nvSpPr>
        <p:spPr>
          <a:xfrm>
            <a:off x="10096500" y="1164214"/>
            <a:ext cx="635000" cy="3255386"/>
          </a:xfrm>
          <a:prstGeom prst="rect">
            <a:avLst/>
          </a:prstGeom>
          <a:solidFill>
            <a:srgbClr val="E76B91">
              <a:alpha val="72000"/>
            </a:srgbClr>
          </a:solidFill>
          <a:ln w="17780">
            <a:solidFill>
              <a:srgbClr val="E76B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84E62D6E-A9B3-4785-8D4C-5E0948602459}"/>
              </a:ext>
            </a:extLst>
          </p:cNvPr>
          <p:cNvSpPr txBox="1"/>
          <p:nvPr/>
        </p:nvSpPr>
        <p:spPr>
          <a:xfrm>
            <a:off x="9969500" y="897514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3.418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ACF6E0F-CEAB-4FE2-BD38-88DC8B90C9FD}"/>
              </a:ext>
            </a:extLst>
          </p:cNvPr>
          <p:cNvSpPr txBox="1"/>
          <p:nvPr/>
        </p:nvSpPr>
        <p:spPr>
          <a:xfrm>
            <a:off x="9982200" y="4495800"/>
            <a:ext cx="863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 b="1">
                <a:solidFill>
                  <a:srgbClr val="222222"/>
                </a:solidFill>
                <a:latin typeface="Arial" panose="020B0604020202020204" pitchFamily="34" charset="0"/>
              </a:rPr>
              <a:t>LSTM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ED5E5050-E935-416A-BE78-9A040D5F6598}"/>
              </a:ext>
            </a:extLst>
          </p:cNvPr>
          <p:cNvSpPr/>
          <p:nvPr/>
        </p:nvSpPr>
        <p:spPr>
          <a:xfrm>
            <a:off x="11303000" y="2821438"/>
            <a:ext cx="635000" cy="1598162"/>
          </a:xfrm>
          <a:prstGeom prst="rect">
            <a:avLst/>
          </a:prstGeom>
          <a:solidFill>
            <a:srgbClr val="294862">
              <a:alpha val="72000"/>
            </a:srgbClr>
          </a:solidFill>
          <a:ln w="17780">
            <a:solidFill>
              <a:srgbClr val="29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02050B8A-12EB-4FBD-B7E3-40587B328910}"/>
              </a:ext>
            </a:extLst>
          </p:cNvPr>
          <p:cNvSpPr txBox="1"/>
          <p:nvPr/>
        </p:nvSpPr>
        <p:spPr>
          <a:xfrm>
            <a:off x="11176000" y="2554738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100">
                <a:solidFill>
                  <a:srgbClr val="222222"/>
                </a:solidFill>
                <a:latin typeface="Arial" panose="020B0604020202020204" pitchFamily="34" charset="0"/>
              </a:rPr>
              <a:t>1.678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6630E183-6246-44EA-B4DE-EF7639027698}"/>
              </a:ext>
            </a:extLst>
          </p:cNvPr>
          <p:cNvSpPr txBox="1"/>
          <p:nvPr/>
        </p:nvSpPr>
        <p:spPr>
          <a:xfrm>
            <a:off x="11188700" y="4495800"/>
            <a:ext cx="863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 b="1">
                <a:solidFill>
                  <a:srgbClr val="222222"/>
                </a:solidFill>
                <a:latin typeface="Arial" panose="020B0604020202020204" pitchFamily="34" charset="0"/>
              </a:rPr>
              <a:t>TCN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1E75D5DC-76CC-4B17-B07A-A77C27E7C0EC}"/>
              </a:ext>
            </a:extLst>
          </p:cNvPr>
          <p:cNvSpPr txBox="1"/>
          <p:nvPr/>
        </p:nvSpPr>
        <p:spPr>
          <a:xfrm rot="16200000">
            <a:off x="5715000" y="2387600"/>
            <a:ext cx="203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400">
                <a:solidFill>
                  <a:srgbClr val="222222"/>
                </a:solidFill>
                <a:latin typeface="Arial" panose="020B0604020202020204" pitchFamily="34" charset="0"/>
              </a:rPr>
              <a:t>FP32 weights [MiB]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E33BCDDD-3B1B-43C0-AFCC-A641C2C203FC}"/>
              </a:ext>
            </a:extLst>
          </p:cNvPr>
          <p:cNvSpPr txBox="1"/>
          <p:nvPr/>
        </p:nvSpPr>
        <p:spPr>
          <a:xfrm>
            <a:off x="8763000" y="5054600"/>
            <a:ext cx="2222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400">
                <a:solidFill>
                  <a:srgbClr val="222222"/>
                </a:solidFill>
                <a:latin typeface="Arial" panose="020B0604020202020204" pitchFamily="34" charset="0"/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405813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Benutzerdefiniert</PresentationFormat>
  <Paragraphs>39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</dc:creator>
  <cp:lastModifiedBy>Florian</cp:lastModifiedBy>
  <cp:revision>1</cp:revision>
  <dcterms:created xsi:type="dcterms:W3CDTF">2026-09-04T11:40:10Z</dcterms:created>
  <dcterms:modified xsi:type="dcterms:W3CDTF">2026-09-04T11:40:26Z</dcterms:modified>
</cp:coreProperties>
</file>