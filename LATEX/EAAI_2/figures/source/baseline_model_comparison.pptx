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700000" cy="5842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48DCBC-A14A-4AF7-9D27-A07DB97CB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7500" y="956087"/>
            <a:ext cx="9525000" cy="2033881"/>
          </a:xfrm>
        </p:spPr>
        <p:txBody>
          <a:bodyPr anchor="b"/>
          <a:lstStyle>
            <a:lvl1pPr algn="ctr">
              <a:defRPr sz="511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DD1546A-4367-4947-9462-6534A32A1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87500" y="3068403"/>
            <a:ext cx="9525000" cy="1410464"/>
          </a:xfrm>
        </p:spPr>
        <p:txBody>
          <a:bodyPr/>
          <a:lstStyle>
            <a:lvl1pPr marL="0" indent="0" algn="ctr">
              <a:buNone/>
              <a:defRPr sz="2045"/>
            </a:lvl1pPr>
            <a:lvl2pPr marL="389489" indent="0" algn="ctr">
              <a:buNone/>
              <a:defRPr sz="1704"/>
            </a:lvl2pPr>
            <a:lvl3pPr marL="778977" indent="0" algn="ctr">
              <a:buNone/>
              <a:defRPr sz="1533"/>
            </a:lvl3pPr>
            <a:lvl4pPr marL="1168466" indent="0" algn="ctr">
              <a:buNone/>
              <a:defRPr sz="1363"/>
            </a:lvl4pPr>
            <a:lvl5pPr marL="1557955" indent="0" algn="ctr">
              <a:buNone/>
              <a:defRPr sz="1363"/>
            </a:lvl5pPr>
            <a:lvl6pPr marL="1947443" indent="0" algn="ctr">
              <a:buNone/>
              <a:defRPr sz="1363"/>
            </a:lvl6pPr>
            <a:lvl7pPr marL="2336932" indent="0" algn="ctr">
              <a:buNone/>
              <a:defRPr sz="1363"/>
            </a:lvl7pPr>
            <a:lvl8pPr marL="2726421" indent="0" algn="ctr">
              <a:buNone/>
              <a:defRPr sz="1363"/>
            </a:lvl8pPr>
            <a:lvl9pPr marL="3115909" indent="0" algn="ctr">
              <a:buNone/>
              <a:defRPr sz="1363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42BF5C-EA8A-41F1-A179-0B0ECD5B2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63E96E5-09BF-4D21-8F2B-E03E80120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9DE67A-969A-4320-B53B-6AAA728F4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4401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095338-C557-49C8-87D4-0014CC045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7F3FE2-3B0F-450A-BADE-C8CBC421D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4CC8075-292B-4D29-8A8D-F1B43DC51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30F0F8-6966-44C7-ABAB-4F75EA82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1DE609-2AE7-40C8-A9DC-8766A5AAD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3726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663C63-3C18-470A-A6A6-AFFD9D617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510" y="1456445"/>
            <a:ext cx="10953750" cy="2430109"/>
          </a:xfrm>
        </p:spPr>
        <p:txBody>
          <a:bodyPr anchor="b"/>
          <a:lstStyle>
            <a:lvl1pPr>
              <a:defRPr sz="511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843B26-C891-4C6D-9155-DA0BB0321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6510" y="3909544"/>
            <a:ext cx="10953750" cy="1277937"/>
          </a:xfrm>
        </p:spPr>
        <p:txBody>
          <a:bodyPr/>
          <a:lstStyle>
            <a:lvl1pPr marL="0" indent="0">
              <a:buNone/>
              <a:defRPr sz="2045">
                <a:solidFill>
                  <a:schemeClr val="tx1">
                    <a:tint val="75000"/>
                  </a:schemeClr>
                </a:solidFill>
              </a:defRPr>
            </a:lvl1pPr>
            <a:lvl2pPr marL="389489" indent="0">
              <a:buNone/>
              <a:defRPr sz="1704">
                <a:solidFill>
                  <a:schemeClr val="tx1">
                    <a:tint val="75000"/>
                  </a:schemeClr>
                </a:solidFill>
              </a:defRPr>
            </a:lvl2pPr>
            <a:lvl3pPr marL="778977" indent="0">
              <a:buNone/>
              <a:defRPr sz="1533">
                <a:solidFill>
                  <a:schemeClr val="tx1">
                    <a:tint val="75000"/>
                  </a:schemeClr>
                </a:solidFill>
              </a:defRPr>
            </a:lvl3pPr>
            <a:lvl4pPr marL="1168466" indent="0">
              <a:buNone/>
              <a:defRPr sz="1363">
                <a:solidFill>
                  <a:schemeClr val="tx1">
                    <a:tint val="75000"/>
                  </a:schemeClr>
                </a:solidFill>
              </a:defRPr>
            </a:lvl4pPr>
            <a:lvl5pPr marL="1557955" indent="0">
              <a:buNone/>
              <a:defRPr sz="1363">
                <a:solidFill>
                  <a:schemeClr val="tx1">
                    <a:tint val="75000"/>
                  </a:schemeClr>
                </a:solidFill>
              </a:defRPr>
            </a:lvl5pPr>
            <a:lvl6pPr marL="1947443" indent="0">
              <a:buNone/>
              <a:defRPr sz="1363">
                <a:solidFill>
                  <a:schemeClr val="tx1">
                    <a:tint val="75000"/>
                  </a:schemeClr>
                </a:solidFill>
              </a:defRPr>
            </a:lvl6pPr>
            <a:lvl7pPr marL="2336932" indent="0">
              <a:buNone/>
              <a:defRPr sz="1363">
                <a:solidFill>
                  <a:schemeClr val="tx1">
                    <a:tint val="75000"/>
                  </a:schemeClr>
                </a:solidFill>
              </a:defRPr>
            </a:lvl7pPr>
            <a:lvl8pPr marL="2726421" indent="0">
              <a:buNone/>
              <a:defRPr sz="1363">
                <a:solidFill>
                  <a:schemeClr val="tx1">
                    <a:tint val="75000"/>
                  </a:schemeClr>
                </a:solidFill>
              </a:defRPr>
            </a:lvl8pPr>
            <a:lvl9pPr marL="3115909" indent="0">
              <a:buNone/>
              <a:defRPr sz="13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7E66EE-2CC8-44DE-B473-D7EE51C2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285DD5-15D4-42F0-8B34-A905ED0A4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5A073E-FC9C-4A37-BB07-38C339BBE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931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EFEC48-90E1-4677-8882-C5FFF466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F5B083-7F79-48AC-8887-64E5E7BFCC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73125" y="1555162"/>
            <a:ext cx="5397500" cy="370669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632F67-2D10-4DE4-A244-4AF061B1EA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29375" y="1555162"/>
            <a:ext cx="5397500" cy="370669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F3D46EF-AF80-4F53-AC97-F6543C41C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A0FECCB-DFE3-428C-8875-82D928BC6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E5B9DA9-8BC0-438E-BCFA-CF9B27F18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7871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1150D7-A8F9-421D-897C-755FF65EF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79" y="311034"/>
            <a:ext cx="10953750" cy="112918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D2E6DA-D4B8-4EF8-976C-C4B8544F2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4781" y="1432102"/>
            <a:ext cx="5372695" cy="701851"/>
          </a:xfrm>
        </p:spPr>
        <p:txBody>
          <a:bodyPr anchor="b"/>
          <a:lstStyle>
            <a:lvl1pPr marL="0" indent="0">
              <a:buNone/>
              <a:defRPr sz="2045" b="1"/>
            </a:lvl1pPr>
            <a:lvl2pPr marL="389489" indent="0">
              <a:buNone/>
              <a:defRPr sz="1704" b="1"/>
            </a:lvl2pPr>
            <a:lvl3pPr marL="778977" indent="0">
              <a:buNone/>
              <a:defRPr sz="1533" b="1"/>
            </a:lvl3pPr>
            <a:lvl4pPr marL="1168466" indent="0">
              <a:buNone/>
              <a:defRPr sz="1363" b="1"/>
            </a:lvl4pPr>
            <a:lvl5pPr marL="1557955" indent="0">
              <a:buNone/>
              <a:defRPr sz="1363" b="1"/>
            </a:lvl5pPr>
            <a:lvl6pPr marL="1947443" indent="0">
              <a:buNone/>
              <a:defRPr sz="1363" b="1"/>
            </a:lvl6pPr>
            <a:lvl7pPr marL="2336932" indent="0">
              <a:buNone/>
              <a:defRPr sz="1363" b="1"/>
            </a:lvl7pPr>
            <a:lvl8pPr marL="2726421" indent="0">
              <a:buNone/>
              <a:defRPr sz="1363" b="1"/>
            </a:lvl8pPr>
            <a:lvl9pPr marL="3115909" indent="0">
              <a:buNone/>
              <a:defRPr sz="1363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BD9686E-D6CC-4FB7-AEC3-AA01EA055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4781" y="2133953"/>
            <a:ext cx="5372695" cy="313872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9D26BF7-3536-488F-B59E-0A5FE1024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29375" y="1432102"/>
            <a:ext cx="5399154" cy="701851"/>
          </a:xfrm>
        </p:spPr>
        <p:txBody>
          <a:bodyPr anchor="b"/>
          <a:lstStyle>
            <a:lvl1pPr marL="0" indent="0">
              <a:buNone/>
              <a:defRPr sz="2045" b="1"/>
            </a:lvl1pPr>
            <a:lvl2pPr marL="389489" indent="0">
              <a:buNone/>
              <a:defRPr sz="1704" b="1"/>
            </a:lvl2pPr>
            <a:lvl3pPr marL="778977" indent="0">
              <a:buNone/>
              <a:defRPr sz="1533" b="1"/>
            </a:lvl3pPr>
            <a:lvl4pPr marL="1168466" indent="0">
              <a:buNone/>
              <a:defRPr sz="1363" b="1"/>
            </a:lvl4pPr>
            <a:lvl5pPr marL="1557955" indent="0">
              <a:buNone/>
              <a:defRPr sz="1363" b="1"/>
            </a:lvl5pPr>
            <a:lvl6pPr marL="1947443" indent="0">
              <a:buNone/>
              <a:defRPr sz="1363" b="1"/>
            </a:lvl6pPr>
            <a:lvl7pPr marL="2336932" indent="0">
              <a:buNone/>
              <a:defRPr sz="1363" b="1"/>
            </a:lvl7pPr>
            <a:lvl8pPr marL="2726421" indent="0">
              <a:buNone/>
              <a:defRPr sz="1363" b="1"/>
            </a:lvl8pPr>
            <a:lvl9pPr marL="3115909" indent="0">
              <a:buNone/>
              <a:defRPr sz="1363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34DBC54-87A6-4324-BBE7-40197CEB8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29375" y="2133953"/>
            <a:ext cx="5399154" cy="313872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34091F5-ACC9-416A-BCE4-9DED7CF85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CE9900-8C40-4071-86CB-24A9B4754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EA5433C-5B49-44C1-A61A-FBAAC3F0A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6338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7EDB8B-9968-47A9-ADC1-2A919D481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1D7393E-13F8-40D3-8D49-145E5BE95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4A20C3-A606-40B6-BBDF-0371D830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9277D41-8FD4-41BF-9496-7F201402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1317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31AC305-0FF6-4773-88C3-1F4714279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439883-233A-4B26-A4A5-9CAFF3893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56A270-9A03-4196-A9B8-08C32EDE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957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AAA1B3-F484-4EAB-B00C-A98CB10C1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80" y="389467"/>
            <a:ext cx="4096080" cy="1363133"/>
          </a:xfrm>
        </p:spPr>
        <p:txBody>
          <a:bodyPr anchor="b"/>
          <a:lstStyle>
            <a:lvl1pPr>
              <a:defRPr sz="2726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245FBF-711A-4A11-975E-3E5E842E2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155" y="841141"/>
            <a:ext cx="6429375" cy="4151606"/>
          </a:xfrm>
        </p:spPr>
        <p:txBody>
          <a:bodyPr/>
          <a:lstStyle>
            <a:lvl1pPr>
              <a:defRPr sz="2726"/>
            </a:lvl1pPr>
            <a:lvl2pPr>
              <a:defRPr sz="2385"/>
            </a:lvl2pPr>
            <a:lvl3pPr>
              <a:defRPr sz="2045"/>
            </a:lvl3pPr>
            <a:lvl4pPr>
              <a:defRPr sz="1704"/>
            </a:lvl4pPr>
            <a:lvl5pPr>
              <a:defRPr sz="1704"/>
            </a:lvl5pPr>
            <a:lvl6pPr>
              <a:defRPr sz="1704"/>
            </a:lvl6pPr>
            <a:lvl7pPr>
              <a:defRPr sz="1704"/>
            </a:lvl7pPr>
            <a:lvl8pPr>
              <a:defRPr sz="1704"/>
            </a:lvl8pPr>
            <a:lvl9pPr>
              <a:defRPr sz="1704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37D314-B163-4EA2-8F1E-211149C35F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74780" y="1752600"/>
            <a:ext cx="4096080" cy="3246908"/>
          </a:xfrm>
        </p:spPr>
        <p:txBody>
          <a:bodyPr/>
          <a:lstStyle>
            <a:lvl1pPr marL="0" indent="0">
              <a:buNone/>
              <a:defRPr sz="1363"/>
            </a:lvl1pPr>
            <a:lvl2pPr marL="389489" indent="0">
              <a:buNone/>
              <a:defRPr sz="1193"/>
            </a:lvl2pPr>
            <a:lvl3pPr marL="778977" indent="0">
              <a:buNone/>
              <a:defRPr sz="1022"/>
            </a:lvl3pPr>
            <a:lvl4pPr marL="1168466" indent="0">
              <a:buNone/>
              <a:defRPr sz="852"/>
            </a:lvl4pPr>
            <a:lvl5pPr marL="1557955" indent="0">
              <a:buNone/>
              <a:defRPr sz="852"/>
            </a:lvl5pPr>
            <a:lvl6pPr marL="1947443" indent="0">
              <a:buNone/>
              <a:defRPr sz="852"/>
            </a:lvl6pPr>
            <a:lvl7pPr marL="2336932" indent="0">
              <a:buNone/>
              <a:defRPr sz="852"/>
            </a:lvl7pPr>
            <a:lvl8pPr marL="2726421" indent="0">
              <a:buNone/>
              <a:defRPr sz="852"/>
            </a:lvl8pPr>
            <a:lvl9pPr marL="3115909" indent="0">
              <a:buNone/>
              <a:defRPr sz="85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99EF918-9BAE-498E-9AC0-272A2DD1E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4013F5-7992-4E6D-B1D2-8AC87E954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EFBD202-2441-4F82-9D84-E2EB9A00F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986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98D870-3AD9-4E49-B5DF-AA7AE6DC9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80" y="389467"/>
            <a:ext cx="4096080" cy="1363133"/>
          </a:xfrm>
        </p:spPr>
        <p:txBody>
          <a:bodyPr anchor="b"/>
          <a:lstStyle>
            <a:lvl1pPr>
              <a:defRPr sz="2726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1AE96E4-3946-454A-8076-08C26BFB19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99155" y="841141"/>
            <a:ext cx="6429375" cy="4151606"/>
          </a:xfrm>
        </p:spPr>
        <p:txBody>
          <a:bodyPr/>
          <a:lstStyle>
            <a:lvl1pPr marL="0" indent="0">
              <a:buNone/>
              <a:defRPr sz="2726"/>
            </a:lvl1pPr>
            <a:lvl2pPr marL="389489" indent="0">
              <a:buNone/>
              <a:defRPr sz="2385"/>
            </a:lvl2pPr>
            <a:lvl3pPr marL="778977" indent="0">
              <a:buNone/>
              <a:defRPr sz="2045"/>
            </a:lvl3pPr>
            <a:lvl4pPr marL="1168466" indent="0">
              <a:buNone/>
              <a:defRPr sz="1704"/>
            </a:lvl4pPr>
            <a:lvl5pPr marL="1557955" indent="0">
              <a:buNone/>
              <a:defRPr sz="1704"/>
            </a:lvl5pPr>
            <a:lvl6pPr marL="1947443" indent="0">
              <a:buNone/>
              <a:defRPr sz="1704"/>
            </a:lvl6pPr>
            <a:lvl7pPr marL="2336932" indent="0">
              <a:buNone/>
              <a:defRPr sz="1704"/>
            </a:lvl7pPr>
            <a:lvl8pPr marL="2726421" indent="0">
              <a:buNone/>
              <a:defRPr sz="1704"/>
            </a:lvl8pPr>
            <a:lvl9pPr marL="3115909" indent="0">
              <a:buNone/>
              <a:defRPr sz="1704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9D306D9-FEE9-47AB-B805-FA649788B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74780" y="1752600"/>
            <a:ext cx="4096080" cy="3246908"/>
          </a:xfrm>
        </p:spPr>
        <p:txBody>
          <a:bodyPr/>
          <a:lstStyle>
            <a:lvl1pPr marL="0" indent="0">
              <a:buNone/>
              <a:defRPr sz="1363"/>
            </a:lvl1pPr>
            <a:lvl2pPr marL="389489" indent="0">
              <a:buNone/>
              <a:defRPr sz="1193"/>
            </a:lvl2pPr>
            <a:lvl3pPr marL="778977" indent="0">
              <a:buNone/>
              <a:defRPr sz="1022"/>
            </a:lvl3pPr>
            <a:lvl4pPr marL="1168466" indent="0">
              <a:buNone/>
              <a:defRPr sz="852"/>
            </a:lvl4pPr>
            <a:lvl5pPr marL="1557955" indent="0">
              <a:buNone/>
              <a:defRPr sz="852"/>
            </a:lvl5pPr>
            <a:lvl6pPr marL="1947443" indent="0">
              <a:buNone/>
              <a:defRPr sz="852"/>
            </a:lvl6pPr>
            <a:lvl7pPr marL="2336932" indent="0">
              <a:buNone/>
              <a:defRPr sz="852"/>
            </a:lvl7pPr>
            <a:lvl8pPr marL="2726421" indent="0">
              <a:buNone/>
              <a:defRPr sz="852"/>
            </a:lvl8pPr>
            <a:lvl9pPr marL="3115909" indent="0">
              <a:buNone/>
              <a:defRPr sz="85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D6E4B94-A47C-4840-8363-4DD860AB9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F017A1-7DB0-44F5-8FDB-C7767A4E0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157A16F-CCC7-48CF-BA04-890EB0CE9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65569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B9A465-0C14-4BA6-AADF-57D8595E2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EC9A0F5-9052-43E0-8E72-257989C603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160E7E-C253-4E78-B930-21D20FAA4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61A43E-1DAE-4919-936A-25F01E751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90F7A0E-7C27-4850-8740-76B1A7ED6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1050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502AC80-4385-4B9C-AD23-D91CF243F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88437" y="311032"/>
            <a:ext cx="2738438" cy="4950825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EC29FA3-C355-47CE-AA5C-8B8D638C5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73126" y="311032"/>
            <a:ext cx="8056563" cy="495082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53AD63-1C27-4256-BEAA-710A38BA8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ABD50-DB46-4B69-A8C0-38503F74A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E3DB8E-F2D2-4E82-8351-0894F6C3D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645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0AA71BD-ADA3-4FD2-A5E1-04558D48E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125" y="311034"/>
            <a:ext cx="10953750" cy="1129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AF82F1-B129-4DE1-AB13-04A2788836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3125" y="1555162"/>
            <a:ext cx="10953750" cy="37066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7730BE-1DCE-4220-9BB3-24806850D9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73125" y="5414670"/>
            <a:ext cx="2857500" cy="3110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FE14BD-22BE-4CAC-BACA-BD69077A56DA}" type="datetimeFigureOut">
              <a:rPr lang="de-DE" smtClean="0"/>
              <a:t>04.09.2026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BA2F8C-1E95-4364-8DFA-7D219B1243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6875" y="5414670"/>
            <a:ext cx="4286250" cy="3110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6FB4E4-8277-449C-8DAF-9E2816D45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69375" y="5414670"/>
            <a:ext cx="2857500" cy="3110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257CB3-FA39-4251-BF0A-FFECE0B778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1623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78977" rtl="0" eaLnBrk="1" latinLnBrk="0" hangingPunct="1">
        <a:lnSpc>
          <a:spcPct val="90000"/>
        </a:lnSpc>
        <a:spcBef>
          <a:spcPct val="0"/>
        </a:spcBef>
        <a:buNone/>
        <a:defRPr sz="37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744" indent="-194744" algn="l" defTabSz="778977" rtl="0" eaLnBrk="1" latinLnBrk="0" hangingPunct="1">
        <a:lnSpc>
          <a:spcPct val="90000"/>
        </a:lnSpc>
        <a:spcBef>
          <a:spcPts val="852"/>
        </a:spcBef>
        <a:buFont typeface="Arial" panose="020B0604020202020204" pitchFamily="34" charset="0"/>
        <a:buChar char="•"/>
        <a:defRPr sz="2385" kern="1200">
          <a:solidFill>
            <a:schemeClr val="tx1"/>
          </a:solidFill>
          <a:latin typeface="+mn-lt"/>
          <a:ea typeface="+mn-ea"/>
          <a:cs typeface="+mn-cs"/>
        </a:defRPr>
      </a:lvl1pPr>
      <a:lvl2pPr marL="584233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2045" kern="1200">
          <a:solidFill>
            <a:schemeClr val="tx1"/>
          </a:solidFill>
          <a:latin typeface="+mn-lt"/>
          <a:ea typeface="+mn-ea"/>
          <a:cs typeface="+mn-cs"/>
        </a:defRPr>
      </a:lvl2pPr>
      <a:lvl3pPr marL="973722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704" kern="1200">
          <a:solidFill>
            <a:schemeClr val="tx1"/>
          </a:solidFill>
          <a:latin typeface="+mn-lt"/>
          <a:ea typeface="+mn-ea"/>
          <a:cs typeface="+mn-cs"/>
        </a:defRPr>
      </a:lvl3pPr>
      <a:lvl4pPr marL="1363210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533" kern="1200">
          <a:solidFill>
            <a:schemeClr val="tx1"/>
          </a:solidFill>
          <a:latin typeface="+mn-lt"/>
          <a:ea typeface="+mn-ea"/>
          <a:cs typeface="+mn-cs"/>
        </a:defRPr>
      </a:lvl4pPr>
      <a:lvl5pPr marL="1752699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533" kern="1200">
          <a:solidFill>
            <a:schemeClr val="tx1"/>
          </a:solidFill>
          <a:latin typeface="+mn-lt"/>
          <a:ea typeface="+mn-ea"/>
          <a:cs typeface="+mn-cs"/>
        </a:defRPr>
      </a:lvl5pPr>
      <a:lvl6pPr marL="2142188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533" kern="1200">
          <a:solidFill>
            <a:schemeClr val="tx1"/>
          </a:solidFill>
          <a:latin typeface="+mn-lt"/>
          <a:ea typeface="+mn-ea"/>
          <a:cs typeface="+mn-cs"/>
        </a:defRPr>
      </a:lvl6pPr>
      <a:lvl7pPr marL="2531676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533" kern="1200">
          <a:solidFill>
            <a:schemeClr val="tx1"/>
          </a:solidFill>
          <a:latin typeface="+mn-lt"/>
          <a:ea typeface="+mn-ea"/>
          <a:cs typeface="+mn-cs"/>
        </a:defRPr>
      </a:lvl7pPr>
      <a:lvl8pPr marL="2921165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533" kern="1200">
          <a:solidFill>
            <a:schemeClr val="tx1"/>
          </a:solidFill>
          <a:latin typeface="+mn-lt"/>
          <a:ea typeface="+mn-ea"/>
          <a:cs typeface="+mn-cs"/>
        </a:defRPr>
      </a:lvl8pPr>
      <a:lvl9pPr marL="3310654" indent="-194744" algn="l" defTabSz="778977" rtl="0" eaLnBrk="1" latinLnBrk="0" hangingPunct="1">
        <a:lnSpc>
          <a:spcPct val="90000"/>
        </a:lnSpc>
        <a:spcBef>
          <a:spcPts val="426"/>
        </a:spcBef>
        <a:buFont typeface="Arial" panose="020B0604020202020204" pitchFamily="34" charset="0"/>
        <a:buChar char="•"/>
        <a:defRPr sz="15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1pPr>
      <a:lvl2pPr marL="389489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2pPr>
      <a:lvl3pPr marL="778977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3pPr>
      <a:lvl4pPr marL="1168466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4pPr>
      <a:lvl5pPr marL="1557955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5pPr>
      <a:lvl6pPr marL="1947443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6pPr>
      <a:lvl7pPr marL="2336932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7pPr>
      <a:lvl8pPr marL="2726421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8pPr>
      <a:lvl9pPr marL="3115909" algn="l" defTabSz="778977" rtl="0" eaLnBrk="1" latinLnBrk="0" hangingPunct="1">
        <a:defRPr sz="15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BB8893D-D5B7-48AD-946A-B74115386012}"/>
              </a:ext>
            </a:extLst>
          </p:cNvPr>
          <p:cNvSpPr txBox="1"/>
          <p:nvPr/>
        </p:nvSpPr>
        <p:spPr>
          <a:xfrm>
            <a:off x="609600" y="152400"/>
            <a:ext cx="4445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600" b="1">
                <a:solidFill>
                  <a:srgbClr val="222222"/>
                </a:solidFill>
                <a:latin typeface="Arial" panose="020B0604020202020204" pitchFamily="34" charset="0"/>
              </a:rPr>
              <a:t>(a)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BEE9EB3-FD9F-4D77-BDD9-439043185868}"/>
              </a:ext>
            </a:extLst>
          </p:cNvPr>
          <p:cNvCxnSpPr/>
          <p:nvPr/>
        </p:nvCxnSpPr>
        <p:spPr>
          <a:xfrm>
            <a:off x="914400" y="4419600"/>
            <a:ext cx="5207000" cy="0"/>
          </a:xfrm>
          <a:prstGeom prst="line">
            <a:avLst/>
          </a:prstGeom>
          <a:ln w="10160">
            <a:solidFill>
              <a:srgbClr val="D5D8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F0B723D5-8B2F-4924-B73E-7B452BADE798}"/>
              </a:ext>
            </a:extLst>
          </p:cNvPr>
          <p:cNvSpPr txBox="1"/>
          <p:nvPr/>
        </p:nvSpPr>
        <p:spPr>
          <a:xfrm>
            <a:off x="317500" y="4305300"/>
            <a:ext cx="5207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0.000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3348AF29-9E15-4B4D-A3C4-68CAD2456445}"/>
              </a:ext>
            </a:extLst>
          </p:cNvPr>
          <p:cNvCxnSpPr/>
          <p:nvPr/>
        </p:nvCxnSpPr>
        <p:spPr>
          <a:xfrm>
            <a:off x="914400" y="3657600"/>
            <a:ext cx="52070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6C026EE3-42F5-447A-A422-820C73A6B111}"/>
              </a:ext>
            </a:extLst>
          </p:cNvPr>
          <p:cNvSpPr txBox="1"/>
          <p:nvPr/>
        </p:nvSpPr>
        <p:spPr>
          <a:xfrm>
            <a:off x="317500" y="3543300"/>
            <a:ext cx="5207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0.005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3555193-B346-4652-9690-0B68A9F229C1}"/>
              </a:ext>
            </a:extLst>
          </p:cNvPr>
          <p:cNvCxnSpPr/>
          <p:nvPr/>
        </p:nvCxnSpPr>
        <p:spPr>
          <a:xfrm>
            <a:off x="914400" y="2895600"/>
            <a:ext cx="52070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1340EF4-D28F-4C84-85C3-030086D7C423}"/>
              </a:ext>
            </a:extLst>
          </p:cNvPr>
          <p:cNvSpPr txBox="1"/>
          <p:nvPr/>
        </p:nvSpPr>
        <p:spPr>
          <a:xfrm>
            <a:off x="317500" y="2781300"/>
            <a:ext cx="5207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0.010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FD644F8-5598-4B6D-BD3B-7DE219945198}"/>
              </a:ext>
            </a:extLst>
          </p:cNvPr>
          <p:cNvCxnSpPr/>
          <p:nvPr/>
        </p:nvCxnSpPr>
        <p:spPr>
          <a:xfrm>
            <a:off x="914400" y="2133600"/>
            <a:ext cx="52070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41A4E6B-258F-40CF-AC37-B757705815B7}"/>
              </a:ext>
            </a:extLst>
          </p:cNvPr>
          <p:cNvSpPr txBox="1"/>
          <p:nvPr/>
        </p:nvSpPr>
        <p:spPr>
          <a:xfrm>
            <a:off x="317500" y="2019300"/>
            <a:ext cx="5207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0.015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B3B139C-9CE3-47F7-A125-DDAA3C9667D9}"/>
              </a:ext>
            </a:extLst>
          </p:cNvPr>
          <p:cNvCxnSpPr/>
          <p:nvPr/>
        </p:nvCxnSpPr>
        <p:spPr>
          <a:xfrm>
            <a:off x="914400" y="1371600"/>
            <a:ext cx="52070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3A86CDF-65B5-4110-84FB-E9DB92FF819D}"/>
              </a:ext>
            </a:extLst>
          </p:cNvPr>
          <p:cNvSpPr txBox="1"/>
          <p:nvPr/>
        </p:nvSpPr>
        <p:spPr>
          <a:xfrm>
            <a:off x="317500" y="1257300"/>
            <a:ext cx="5207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0.020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0D2C212-396B-4AFB-A07D-7010774F7141}"/>
              </a:ext>
            </a:extLst>
          </p:cNvPr>
          <p:cNvCxnSpPr/>
          <p:nvPr/>
        </p:nvCxnSpPr>
        <p:spPr>
          <a:xfrm>
            <a:off x="914400" y="609600"/>
            <a:ext cx="52070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26F4A956-BE34-4CC6-AAB0-02338C2B1200}"/>
              </a:ext>
            </a:extLst>
          </p:cNvPr>
          <p:cNvSpPr txBox="1"/>
          <p:nvPr/>
        </p:nvSpPr>
        <p:spPr>
          <a:xfrm>
            <a:off x="317500" y="495300"/>
            <a:ext cx="5207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0.025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746642F0-974D-4D35-88A2-90E01DC4A120}"/>
              </a:ext>
            </a:extLst>
          </p:cNvPr>
          <p:cNvCxnSpPr/>
          <p:nvPr/>
        </p:nvCxnSpPr>
        <p:spPr>
          <a:xfrm>
            <a:off x="914400" y="609600"/>
            <a:ext cx="0" cy="3810000"/>
          </a:xfrm>
          <a:prstGeom prst="line">
            <a:avLst/>
          </a:prstGeom>
          <a:ln w="15240">
            <a:solidFill>
              <a:srgbClr val="2222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0DA8E8ED-AD5B-4BA2-8D7E-2C115335C82F}"/>
              </a:ext>
            </a:extLst>
          </p:cNvPr>
          <p:cNvCxnSpPr/>
          <p:nvPr/>
        </p:nvCxnSpPr>
        <p:spPr>
          <a:xfrm>
            <a:off x="914400" y="4419600"/>
            <a:ext cx="5207000" cy="0"/>
          </a:xfrm>
          <a:prstGeom prst="line">
            <a:avLst/>
          </a:prstGeom>
          <a:ln w="15240">
            <a:solidFill>
              <a:srgbClr val="2222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 16">
            <a:extLst>
              <a:ext uri="{FF2B5EF4-FFF2-40B4-BE49-F238E27FC236}">
                <a16:creationId xmlns:a16="http://schemas.microsoft.com/office/drawing/2014/main" id="{579CEAAF-F4F8-48F6-A876-6AAD85F6A69A}"/>
              </a:ext>
            </a:extLst>
          </p:cNvPr>
          <p:cNvSpPr/>
          <p:nvPr/>
        </p:nvSpPr>
        <p:spPr>
          <a:xfrm>
            <a:off x="1308100" y="1797251"/>
            <a:ext cx="292100" cy="2622349"/>
          </a:xfrm>
          <a:prstGeom prst="rect">
            <a:avLst/>
          </a:prstGeom>
          <a:solidFill>
            <a:srgbClr val="59C7C2">
              <a:alpha val="48000"/>
            </a:srgbClr>
          </a:solidFill>
          <a:ln w="17780">
            <a:solidFill>
              <a:srgbClr val="59C7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223A78F-A84E-4B00-B1AB-D7CF0CF4BE37}"/>
              </a:ext>
            </a:extLst>
          </p:cNvPr>
          <p:cNvSpPr/>
          <p:nvPr/>
        </p:nvSpPr>
        <p:spPr>
          <a:xfrm>
            <a:off x="1701800" y="1006419"/>
            <a:ext cx="292100" cy="3413181"/>
          </a:xfrm>
          <a:prstGeom prst="rect">
            <a:avLst/>
          </a:prstGeom>
          <a:solidFill>
            <a:srgbClr val="59C7C2">
              <a:alpha val="96000"/>
            </a:srgbClr>
          </a:solidFill>
          <a:ln w="17780">
            <a:solidFill>
              <a:srgbClr val="59C7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055125C-3144-4D08-994D-5FBDDF58E679}"/>
              </a:ext>
            </a:extLst>
          </p:cNvPr>
          <p:cNvSpPr txBox="1"/>
          <p:nvPr/>
        </p:nvSpPr>
        <p:spPr>
          <a:xfrm>
            <a:off x="1117600" y="1555951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0.0172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1AF2197-7AEE-44BA-A284-2BB791AF4B51}"/>
              </a:ext>
            </a:extLst>
          </p:cNvPr>
          <p:cNvSpPr txBox="1"/>
          <p:nvPr/>
        </p:nvSpPr>
        <p:spPr>
          <a:xfrm>
            <a:off x="1511300" y="765119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0.0224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01AF7A7C-7A7E-4A87-80D0-63D21F68E222}"/>
              </a:ext>
            </a:extLst>
          </p:cNvPr>
          <p:cNvSpPr txBox="1"/>
          <p:nvPr/>
        </p:nvSpPr>
        <p:spPr>
          <a:xfrm>
            <a:off x="12192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CNN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ECB7765D-D731-4AA1-8370-B1B124E866FD}"/>
              </a:ext>
            </a:extLst>
          </p:cNvPr>
          <p:cNvSpPr/>
          <p:nvPr/>
        </p:nvSpPr>
        <p:spPr>
          <a:xfrm>
            <a:off x="2514600" y="2196481"/>
            <a:ext cx="292100" cy="2223119"/>
          </a:xfrm>
          <a:prstGeom prst="rect">
            <a:avLst/>
          </a:prstGeom>
          <a:solidFill>
            <a:srgbClr val="59E83A">
              <a:alpha val="48000"/>
            </a:srgbClr>
          </a:solidFill>
          <a:ln w="17780">
            <a:solidFill>
              <a:srgbClr val="59E8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E505F91-045D-42EB-B087-5C15F8CBF8FF}"/>
              </a:ext>
            </a:extLst>
          </p:cNvPr>
          <p:cNvSpPr/>
          <p:nvPr/>
        </p:nvSpPr>
        <p:spPr>
          <a:xfrm>
            <a:off x="2908300" y="1680369"/>
            <a:ext cx="292100" cy="2739231"/>
          </a:xfrm>
          <a:prstGeom prst="rect">
            <a:avLst/>
          </a:prstGeom>
          <a:solidFill>
            <a:srgbClr val="59E83A">
              <a:alpha val="96000"/>
            </a:srgbClr>
          </a:solidFill>
          <a:ln w="17780">
            <a:solidFill>
              <a:srgbClr val="59E8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E6406625-25A7-4306-B0AE-680F6107C5C5}"/>
              </a:ext>
            </a:extLst>
          </p:cNvPr>
          <p:cNvSpPr txBox="1"/>
          <p:nvPr/>
        </p:nvSpPr>
        <p:spPr>
          <a:xfrm>
            <a:off x="2324100" y="1955181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0.0146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B1B76C7F-7B68-4F18-B91C-E784207FDEBD}"/>
              </a:ext>
            </a:extLst>
          </p:cNvPr>
          <p:cNvSpPr txBox="1"/>
          <p:nvPr/>
        </p:nvSpPr>
        <p:spPr>
          <a:xfrm>
            <a:off x="2717800" y="1439069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0.0180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F6C122D-5C3E-49A6-B185-124D964BBD5D}"/>
              </a:ext>
            </a:extLst>
          </p:cNvPr>
          <p:cNvSpPr txBox="1"/>
          <p:nvPr/>
        </p:nvSpPr>
        <p:spPr>
          <a:xfrm>
            <a:off x="24257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GRU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3E9119E8-242D-40FA-8B95-049E21D0D13C}"/>
              </a:ext>
            </a:extLst>
          </p:cNvPr>
          <p:cNvSpPr/>
          <p:nvPr/>
        </p:nvSpPr>
        <p:spPr>
          <a:xfrm>
            <a:off x="3721100" y="1879989"/>
            <a:ext cx="292100" cy="2539611"/>
          </a:xfrm>
          <a:prstGeom prst="rect">
            <a:avLst/>
          </a:prstGeom>
          <a:solidFill>
            <a:srgbClr val="E76B91">
              <a:alpha val="48000"/>
            </a:srgbClr>
          </a:solidFill>
          <a:ln w="17780">
            <a:solidFill>
              <a:srgbClr val="E76B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CCAA7507-A33D-4E08-83F3-D72E328D2F17}"/>
              </a:ext>
            </a:extLst>
          </p:cNvPr>
          <p:cNvSpPr/>
          <p:nvPr/>
        </p:nvSpPr>
        <p:spPr>
          <a:xfrm>
            <a:off x="4114800" y="1381086"/>
            <a:ext cx="292100" cy="3038514"/>
          </a:xfrm>
          <a:prstGeom prst="rect">
            <a:avLst/>
          </a:prstGeom>
          <a:solidFill>
            <a:srgbClr val="E76B91">
              <a:alpha val="96000"/>
            </a:srgbClr>
          </a:solidFill>
          <a:ln w="17780">
            <a:solidFill>
              <a:srgbClr val="E76B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028CD3DF-389C-4CA6-AE0A-4DB905061EA0}"/>
              </a:ext>
            </a:extLst>
          </p:cNvPr>
          <p:cNvSpPr txBox="1"/>
          <p:nvPr/>
        </p:nvSpPr>
        <p:spPr>
          <a:xfrm>
            <a:off x="3530600" y="1638689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0.0167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BE4CF771-0AD6-43A0-8015-60C8EEDC87E3}"/>
              </a:ext>
            </a:extLst>
          </p:cNvPr>
          <p:cNvSpPr txBox="1"/>
          <p:nvPr/>
        </p:nvSpPr>
        <p:spPr>
          <a:xfrm>
            <a:off x="3924300" y="1139786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0.0199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FC36864F-0538-44AA-B50D-8DDE08396F11}"/>
              </a:ext>
            </a:extLst>
          </p:cNvPr>
          <p:cNvSpPr txBox="1"/>
          <p:nvPr/>
        </p:nvSpPr>
        <p:spPr>
          <a:xfrm>
            <a:off x="36322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LSTM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AAB417F-78E2-4C9F-9112-BD6188730B67}"/>
              </a:ext>
            </a:extLst>
          </p:cNvPr>
          <p:cNvSpPr/>
          <p:nvPr/>
        </p:nvSpPr>
        <p:spPr>
          <a:xfrm>
            <a:off x="4927600" y="2104696"/>
            <a:ext cx="292100" cy="2314904"/>
          </a:xfrm>
          <a:prstGeom prst="rect">
            <a:avLst/>
          </a:prstGeom>
          <a:solidFill>
            <a:srgbClr val="294862">
              <a:alpha val="48000"/>
            </a:srgbClr>
          </a:solidFill>
          <a:ln w="17780">
            <a:solidFill>
              <a:srgbClr val="29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338538D-14F7-4250-8BC1-750DD34043A2}"/>
              </a:ext>
            </a:extLst>
          </p:cNvPr>
          <p:cNvSpPr/>
          <p:nvPr/>
        </p:nvSpPr>
        <p:spPr>
          <a:xfrm>
            <a:off x="5321300" y="1433852"/>
            <a:ext cx="292100" cy="2985748"/>
          </a:xfrm>
          <a:prstGeom prst="rect">
            <a:avLst/>
          </a:prstGeom>
          <a:solidFill>
            <a:srgbClr val="294862">
              <a:alpha val="96000"/>
            </a:srgbClr>
          </a:solidFill>
          <a:ln w="17780">
            <a:solidFill>
              <a:srgbClr val="29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A9F82F1D-F9FD-4C08-9ABD-4EEBE20752A9}"/>
              </a:ext>
            </a:extLst>
          </p:cNvPr>
          <p:cNvSpPr txBox="1"/>
          <p:nvPr/>
        </p:nvSpPr>
        <p:spPr>
          <a:xfrm>
            <a:off x="4737100" y="1863396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0.0152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EB88825B-116E-4B58-9724-1AD98F6ADB9D}"/>
              </a:ext>
            </a:extLst>
          </p:cNvPr>
          <p:cNvSpPr txBox="1"/>
          <p:nvPr/>
        </p:nvSpPr>
        <p:spPr>
          <a:xfrm>
            <a:off x="5130800" y="1192552"/>
            <a:ext cx="685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000">
                <a:solidFill>
                  <a:srgbClr val="222222"/>
                </a:solidFill>
                <a:latin typeface="Arial" panose="020B0604020202020204" pitchFamily="34" charset="0"/>
              </a:rPr>
              <a:t>0.0196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732CE815-4347-446C-A526-A4B34C56202C}"/>
              </a:ext>
            </a:extLst>
          </p:cNvPr>
          <p:cNvSpPr txBox="1"/>
          <p:nvPr/>
        </p:nvSpPr>
        <p:spPr>
          <a:xfrm>
            <a:off x="48387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TCN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E8F1D6E-BBC5-48FF-8B5F-68CAA862A749}"/>
              </a:ext>
            </a:extLst>
          </p:cNvPr>
          <p:cNvSpPr/>
          <p:nvPr/>
        </p:nvSpPr>
        <p:spPr>
          <a:xfrm>
            <a:off x="2857500" y="190500"/>
            <a:ext cx="203200" cy="152400"/>
          </a:xfrm>
          <a:prstGeom prst="rect">
            <a:avLst/>
          </a:prstGeom>
          <a:solidFill>
            <a:srgbClr val="777777">
              <a:alpha val="48000"/>
            </a:srgbClr>
          </a:solidFill>
          <a:ln w="17780">
            <a:solidFill>
              <a:srgbClr val="7777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358EEA5-D1E0-40C7-9B43-D34A00588A76}"/>
              </a:ext>
            </a:extLst>
          </p:cNvPr>
          <p:cNvSpPr/>
          <p:nvPr/>
        </p:nvSpPr>
        <p:spPr>
          <a:xfrm>
            <a:off x="3937000" y="190500"/>
            <a:ext cx="203200" cy="152400"/>
          </a:xfrm>
          <a:prstGeom prst="rect">
            <a:avLst/>
          </a:prstGeom>
          <a:solidFill>
            <a:srgbClr val="777777">
              <a:alpha val="96000"/>
            </a:srgbClr>
          </a:solidFill>
          <a:ln w="17780">
            <a:solidFill>
              <a:srgbClr val="7777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64401A34-6B71-408F-BCF3-3A47935ECB33}"/>
              </a:ext>
            </a:extLst>
          </p:cNvPr>
          <p:cNvSpPr txBox="1"/>
          <p:nvPr/>
        </p:nvSpPr>
        <p:spPr>
          <a:xfrm>
            <a:off x="3136900" y="152400"/>
            <a:ext cx="6604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00">
                <a:solidFill>
                  <a:srgbClr val="222222"/>
                </a:solidFill>
                <a:latin typeface="Arial" panose="020B0604020202020204" pitchFamily="34" charset="0"/>
              </a:rPr>
              <a:t>MAE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E0A07780-3C29-4DC0-9C1F-235F3B9D656E}"/>
              </a:ext>
            </a:extLst>
          </p:cNvPr>
          <p:cNvSpPr txBox="1"/>
          <p:nvPr/>
        </p:nvSpPr>
        <p:spPr>
          <a:xfrm>
            <a:off x="4216400" y="152400"/>
            <a:ext cx="7366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200">
                <a:solidFill>
                  <a:srgbClr val="222222"/>
                </a:solidFill>
                <a:latin typeface="Arial" panose="020B0604020202020204" pitchFamily="34" charset="0"/>
              </a:rPr>
              <a:t>RMSE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5CB7CA4E-FA85-4E90-91B3-2533304B14DE}"/>
              </a:ext>
            </a:extLst>
          </p:cNvPr>
          <p:cNvSpPr txBox="1"/>
          <p:nvPr/>
        </p:nvSpPr>
        <p:spPr>
          <a:xfrm rot="16200000">
            <a:off x="-698500" y="2387600"/>
            <a:ext cx="2032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400">
                <a:solidFill>
                  <a:srgbClr val="222222"/>
                </a:solidFill>
                <a:latin typeface="Arial" panose="020B0604020202020204" pitchFamily="34" charset="0"/>
              </a:rPr>
              <a:t>SOH error [0-1]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BD3262F-20A3-412E-8739-99E234FF9663}"/>
              </a:ext>
            </a:extLst>
          </p:cNvPr>
          <p:cNvSpPr txBox="1"/>
          <p:nvPr/>
        </p:nvSpPr>
        <p:spPr>
          <a:xfrm>
            <a:off x="2413000" y="5054600"/>
            <a:ext cx="22225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400">
                <a:solidFill>
                  <a:srgbClr val="222222"/>
                </a:solidFill>
                <a:latin typeface="Arial" panose="020B0604020202020204" pitchFamily="34" charset="0"/>
              </a:rPr>
              <a:t>Architecture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311CB3F6-88A3-4CB3-B915-016F4833DFD7}"/>
              </a:ext>
            </a:extLst>
          </p:cNvPr>
          <p:cNvSpPr txBox="1"/>
          <p:nvPr/>
        </p:nvSpPr>
        <p:spPr>
          <a:xfrm>
            <a:off x="6985000" y="152400"/>
            <a:ext cx="4445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DE" sz="1600" b="1">
                <a:solidFill>
                  <a:srgbClr val="222222"/>
                </a:solidFill>
                <a:latin typeface="Arial" panose="020B0604020202020204" pitchFamily="34" charset="0"/>
              </a:rPr>
              <a:t>(b)</a:t>
            </a:r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3370ECA2-A024-4698-A1B4-B5D8BA338DFF}"/>
              </a:ext>
            </a:extLst>
          </p:cNvPr>
          <p:cNvCxnSpPr/>
          <p:nvPr/>
        </p:nvCxnSpPr>
        <p:spPr>
          <a:xfrm>
            <a:off x="7315200" y="4419600"/>
            <a:ext cx="5029200" cy="0"/>
          </a:xfrm>
          <a:prstGeom prst="line">
            <a:avLst/>
          </a:prstGeom>
          <a:ln w="10160">
            <a:solidFill>
              <a:srgbClr val="D5D8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E1F58740-75B2-45B0-8335-7DCA5EDDBBE4}"/>
              </a:ext>
            </a:extLst>
          </p:cNvPr>
          <p:cNvSpPr txBox="1"/>
          <p:nvPr/>
        </p:nvSpPr>
        <p:spPr>
          <a:xfrm>
            <a:off x="6794500" y="43053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0</a:t>
            </a: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BE1E651-E950-4115-829D-F735417ABD1D}"/>
              </a:ext>
            </a:extLst>
          </p:cNvPr>
          <p:cNvCxnSpPr/>
          <p:nvPr/>
        </p:nvCxnSpPr>
        <p:spPr>
          <a:xfrm>
            <a:off x="7315200" y="3467100"/>
            <a:ext cx="50292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07AA5A7F-B482-4143-A8E0-86D8E954C8C1}"/>
              </a:ext>
            </a:extLst>
          </p:cNvPr>
          <p:cNvSpPr txBox="1"/>
          <p:nvPr/>
        </p:nvSpPr>
        <p:spPr>
          <a:xfrm>
            <a:off x="6794500" y="33528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98DFD846-1F5C-4E0A-A16E-24EA285EFE30}"/>
              </a:ext>
            </a:extLst>
          </p:cNvPr>
          <p:cNvCxnSpPr/>
          <p:nvPr/>
        </p:nvCxnSpPr>
        <p:spPr>
          <a:xfrm>
            <a:off x="7315200" y="2514600"/>
            <a:ext cx="50292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7C089A91-27AE-4B4D-A5FA-D590ADB0487B}"/>
              </a:ext>
            </a:extLst>
          </p:cNvPr>
          <p:cNvSpPr txBox="1"/>
          <p:nvPr/>
        </p:nvSpPr>
        <p:spPr>
          <a:xfrm>
            <a:off x="6794500" y="24003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0A47D323-DE16-4B4A-9294-23FF290DF0CF}"/>
              </a:ext>
            </a:extLst>
          </p:cNvPr>
          <p:cNvCxnSpPr/>
          <p:nvPr/>
        </p:nvCxnSpPr>
        <p:spPr>
          <a:xfrm>
            <a:off x="7315200" y="1562100"/>
            <a:ext cx="50292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83261474-A516-4BB1-9527-6F01E0F7DED3}"/>
              </a:ext>
            </a:extLst>
          </p:cNvPr>
          <p:cNvSpPr txBox="1"/>
          <p:nvPr/>
        </p:nvSpPr>
        <p:spPr>
          <a:xfrm>
            <a:off x="6794500" y="14478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3</a:t>
            </a:r>
          </a:p>
        </p:txBody>
      </p: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71BE61C-CDAB-40DA-8061-C5CB5893DD71}"/>
              </a:ext>
            </a:extLst>
          </p:cNvPr>
          <p:cNvCxnSpPr/>
          <p:nvPr/>
        </p:nvCxnSpPr>
        <p:spPr>
          <a:xfrm>
            <a:off x="7315200" y="609600"/>
            <a:ext cx="5029200" cy="0"/>
          </a:xfrm>
          <a:prstGeom prst="line">
            <a:avLst/>
          </a:prstGeom>
          <a:ln w="10160">
            <a:solidFill>
              <a:srgbClr val="D5D8D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D8B0566B-8435-4D2A-B640-EF280EA39452}"/>
              </a:ext>
            </a:extLst>
          </p:cNvPr>
          <p:cNvSpPr txBox="1"/>
          <p:nvPr/>
        </p:nvSpPr>
        <p:spPr>
          <a:xfrm>
            <a:off x="6794500" y="4953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4</a:t>
            </a:r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149A4EF5-975F-4E82-B30E-6ED5ED9B281C}"/>
              </a:ext>
            </a:extLst>
          </p:cNvPr>
          <p:cNvCxnSpPr/>
          <p:nvPr/>
        </p:nvCxnSpPr>
        <p:spPr>
          <a:xfrm>
            <a:off x="7315200" y="609600"/>
            <a:ext cx="0" cy="3810000"/>
          </a:xfrm>
          <a:prstGeom prst="line">
            <a:avLst/>
          </a:prstGeom>
          <a:ln w="15240">
            <a:solidFill>
              <a:srgbClr val="2222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8B93CFAB-6459-48E2-9458-904A1E54CCDE}"/>
              </a:ext>
            </a:extLst>
          </p:cNvPr>
          <p:cNvCxnSpPr/>
          <p:nvPr/>
        </p:nvCxnSpPr>
        <p:spPr>
          <a:xfrm>
            <a:off x="7315200" y="4419600"/>
            <a:ext cx="5029200" cy="0"/>
          </a:xfrm>
          <a:prstGeom prst="line">
            <a:avLst/>
          </a:prstGeom>
          <a:ln w="15240">
            <a:solidFill>
              <a:srgbClr val="2222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0A4AC3B8-C6B2-4C30-8698-EBF8AF82BD5F}"/>
              </a:ext>
            </a:extLst>
          </p:cNvPr>
          <p:cNvSpPr/>
          <p:nvPr/>
        </p:nvSpPr>
        <p:spPr>
          <a:xfrm>
            <a:off x="7683500" y="2590871"/>
            <a:ext cx="635000" cy="1828729"/>
          </a:xfrm>
          <a:prstGeom prst="rect">
            <a:avLst/>
          </a:prstGeom>
          <a:solidFill>
            <a:srgbClr val="59C7C2">
              <a:alpha val="72000"/>
            </a:srgbClr>
          </a:solidFill>
          <a:ln w="17780">
            <a:solidFill>
              <a:srgbClr val="59C7C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41B8200E-EA50-406B-A47A-BA4C0B2809A9}"/>
              </a:ext>
            </a:extLst>
          </p:cNvPr>
          <p:cNvSpPr txBox="1"/>
          <p:nvPr/>
        </p:nvSpPr>
        <p:spPr>
          <a:xfrm>
            <a:off x="7556500" y="2324171"/>
            <a:ext cx="88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1.920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FB545285-F2E8-43BF-B5AE-E692F45462F4}"/>
              </a:ext>
            </a:extLst>
          </p:cNvPr>
          <p:cNvSpPr txBox="1"/>
          <p:nvPr/>
        </p:nvSpPr>
        <p:spPr>
          <a:xfrm>
            <a:off x="75692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CNN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CF6D42A0-616C-4634-8478-11B362376C5F}"/>
              </a:ext>
            </a:extLst>
          </p:cNvPr>
          <p:cNvSpPr/>
          <p:nvPr/>
        </p:nvSpPr>
        <p:spPr>
          <a:xfrm>
            <a:off x="8890000" y="1351760"/>
            <a:ext cx="635000" cy="3067840"/>
          </a:xfrm>
          <a:prstGeom prst="rect">
            <a:avLst/>
          </a:prstGeom>
          <a:solidFill>
            <a:srgbClr val="59E83A">
              <a:alpha val="72000"/>
            </a:srgbClr>
          </a:solidFill>
          <a:ln w="17780">
            <a:solidFill>
              <a:srgbClr val="59E8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970A0F11-42F9-4559-9B8A-858EBA46D7A1}"/>
              </a:ext>
            </a:extLst>
          </p:cNvPr>
          <p:cNvSpPr txBox="1"/>
          <p:nvPr/>
        </p:nvSpPr>
        <p:spPr>
          <a:xfrm>
            <a:off x="8763000" y="1085060"/>
            <a:ext cx="88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3.221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1288FF82-CD8E-4376-9BCB-2C350BC18AE5}"/>
              </a:ext>
            </a:extLst>
          </p:cNvPr>
          <p:cNvSpPr txBox="1"/>
          <p:nvPr/>
        </p:nvSpPr>
        <p:spPr>
          <a:xfrm>
            <a:off x="87757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GRU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0F08C073-85E2-48C7-8136-767CF23C337C}"/>
              </a:ext>
            </a:extLst>
          </p:cNvPr>
          <p:cNvSpPr/>
          <p:nvPr/>
        </p:nvSpPr>
        <p:spPr>
          <a:xfrm>
            <a:off x="10096500" y="1164214"/>
            <a:ext cx="635000" cy="3255386"/>
          </a:xfrm>
          <a:prstGeom prst="rect">
            <a:avLst/>
          </a:prstGeom>
          <a:solidFill>
            <a:srgbClr val="E76B91">
              <a:alpha val="72000"/>
            </a:srgbClr>
          </a:solidFill>
          <a:ln w="17780">
            <a:solidFill>
              <a:srgbClr val="E76B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0396BB70-09C9-4E43-8505-2FACC53E1BE5}"/>
              </a:ext>
            </a:extLst>
          </p:cNvPr>
          <p:cNvSpPr txBox="1"/>
          <p:nvPr/>
        </p:nvSpPr>
        <p:spPr>
          <a:xfrm>
            <a:off x="9969500" y="897514"/>
            <a:ext cx="88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3.418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35DD5903-6844-4CDE-8F44-230B6D8FD071}"/>
              </a:ext>
            </a:extLst>
          </p:cNvPr>
          <p:cNvSpPr txBox="1"/>
          <p:nvPr/>
        </p:nvSpPr>
        <p:spPr>
          <a:xfrm>
            <a:off x="99822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LSTM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3A571D7-C132-4112-A6B6-C15CCB680C4B}"/>
              </a:ext>
            </a:extLst>
          </p:cNvPr>
          <p:cNvSpPr/>
          <p:nvPr/>
        </p:nvSpPr>
        <p:spPr>
          <a:xfrm>
            <a:off x="11303000" y="2821438"/>
            <a:ext cx="635000" cy="1598162"/>
          </a:xfrm>
          <a:prstGeom prst="rect">
            <a:avLst/>
          </a:prstGeom>
          <a:solidFill>
            <a:srgbClr val="294862">
              <a:alpha val="72000"/>
            </a:srgbClr>
          </a:solidFill>
          <a:ln w="17780">
            <a:solidFill>
              <a:srgbClr val="29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6606810-81A2-44CF-AD86-E79743D72A7B}"/>
              </a:ext>
            </a:extLst>
          </p:cNvPr>
          <p:cNvSpPr txBox="1"/>
          <p:nvPr/>
        </p:nvSpPr>
        <p:spPr>
          <a:xfrm>
            <a:off x="11176000" y="2554738"/>
            <a:ext cx="889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100">
                <a:solidFill>
                  <a:srgbClr val="222222"/>
                </a:solidFill>
                <a:latin typeface="Arial" panose="020B0604020202020204" pitchFamily="34" charset="0"/>
              </a:rPr>
              <a:t>1.678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6F6287BA-B591-4D61-BC2D-B0EEA3B649C7}"/>
              </a:ext>
            </a:extLst>
          </p:cNvPr>
          <p:cNvSpPr txBox="1"/>
          <p:nvPr/>
        </p:nvSpPr>
        <p:spPr>
          <a:xfrm>
            <a:off x="11188700" y="4495800"/>
            <a:ext cx="863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300" b="1">
                <a:solidFill>
                  <a:srgbClr val="222222"/>
                </a:solidFill>
                <a:latin typeface="Arial" panose="020B0604020202020204" pitchFamily="34" charset="0"/>
              </a:rPr>
              <a:t>TCN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45E8B37A-EE38-4100-A959-BFD7C6C035A1}"/>
              </a:ext>
            </a:extLst>
          </p:cNvPr>
          <p:cNvSpPr txBox="1"/>
          <p:nvPr/>
        </p:nvSpPr>
        <p:spPr>
          <a:xfrm rot="16200000">
            <a:off x="5715000" y="2387600"/>
            <a:ext cx="2032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400">
                <a:solidFill>
                  <a:srgbClr val="222222"/>
                </a:solidFill>
                <a:latin typeface="Arial" panose="020B0604020202020204" pitchFamily="34" charset="0"/>
              </a:rPr>
              <a:t>FP32 weights [MiB]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B7FD5551-BD40-4F08-9BB1-B00CEC3763B4}"/>
              </a:ext>
            </a:extLst>
          </p:cNvPr>
          <p:cNvSpPr txBox="1"/>
          <p:nvPr/>
        </p:nvSpPr>
        <p:spPr>
          <a:xfrm>
            <a:off x="8763000" y="5054600"/>
            <a:ext cx="22225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de-DE" sz="1400">
                <a:solidFill>
                  <a:srgbClr val="222222"/>
                </a:solidFill>
                <a:latin typeface="Arial" panose="020B0604020202020204" pitchFamily="34" charset="0"/>
              </a:rPr>
              <a:t>Architecture</a:t>
            </a:r>
          </a:p>
        </p:txBody>
      </p:sp>
    </p:spTree>
    <p:extLst>
      <p:ext uri="{BB962C8B-B14F-4D97-AF65-F5344CB8AC3E}">
        <p14:creationId xmlns:p14="http://schemas.microsoft.com/office/powerpoint/2010/main" val="3081354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</Words>
  <Application>Microsoft Office PowerPoint</Application>
  <PresentationFormat>Benutzerdefiniert</PresentationFormat>
  <Paragraphs>39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Florian</dc:creator>
  <cp:lastModifiedBy>Florian</cp:lastModifiedBy>
  <cp:revision>1</cp:revision>
  <dcterms:created xsi:type="dcterms:W3CDTF">2026-09-04T11:24:43Z</dcterms:created>
  <dcterms:modified xsi:type="dcterms:W3CDTF">2026-09-04T11:24:56Z</dcterms:modified>
</cp:coreProperties>
</file>