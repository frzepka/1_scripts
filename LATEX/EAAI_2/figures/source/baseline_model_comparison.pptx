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700000" cy="5842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913A9-77A0-D778-02A2-71C288105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500" y="956087"/>
            <a:ext cx="9525000" cy="2033881"/>
          </a:xfrm>
        </p:spPr>
        <p:txBody>
          <a:bodyPr anchor="b"/>
          <a:lstStyle>
            <a:lvl1pPr algn="ctr">
              <a:defRPr sz="511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3E459B6-2C88-E98F-2B90-3B9149618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7500" y="3068403"/>
            <a:ext cx="9525000" cy="1410464"/>
          </a:xfrm>
        </p:spPr>
        <p:txBody>
          <a:bodyPr/>
          <a:lstStyle>
            <a:lvl1pPr marL="0" indent="0" algn="ctr">
              <a:buNone/>
              <a:defRPr sz="2045"/>
            </a:lvl1pPr>
            <a:lvl2pPr marL="389489" indent="0" algn="ctr">
              <a:buNone/>
              <a:defRPr sz="1704"/>
            </a:lvl2pPr>
            <a:lvl3pPr marL="778977" indent="0" algn="ctr">
              <a:buNone/>
              <a:defRPr sz="1533"/>
            </a:lvl3pPr>
            <a:lvl4pPr marL="1168466" indent="0" algn="ctr">
              <a:buNone/>
              <a:defRPr sz="1363"/>
            </a:lvl4pPr>
            <a:lvl5pPr marL="1557955" indent="0" algn="ctr">
              <a:buNone/>
              <a:defRPr sz="1363"/>
            </a:lvl5pPr>
            <a:lvl6pPr marL="1947443" indent="0" algn="ctr">
              <a:buNone/>
              <a:defRPr sz="1363"/>
            </a:lvl6pPr>
            <a:lvl7pPr marL="2336932" indent="0" algn="ctr">
              <a:buNone/>
              <a:defRPr sz="1363"/>
            </a:lvl7pPr>
            <a:lvl8pPr marL="2726421" indent="0" algn="ctr">
              <a:buNone/>
              <a:defRPr sz="1363"/>
            </a:lvl8pPr>
            <a:lvl9pPr marL="3115909" indent="0" algn="ctr">
              <a:buNone/>
              <a:defRPr sz="1363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986C0F-1622-D29B-1CA1-66D8B00B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7689B-8A25-302F-2659-7DC341D3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B6C4B-86DF-6F52-2A35-8A9CE287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85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02DF5-DB87-FB55-FE74-FD1F147B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093A5F-159B-3B9E-1048-5E99D3DA0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20EAE3-431F-DA43-1A80-042A4CC0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15BDE6-590F-AB7E-65C3-B9C101EC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59FC6-4655-0F61-C25D-85252F82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64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86FA4-B40B-225C-0BCD-3F0229A4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510" y="1456445"/>
            <a:ext cx="10953750" cy="2430109"/>
          </a:xfrm>
        </p:spPr>
        <p:txBody>
          <a:bodyPr anchor="b"/>
          <a:lstStyle>
            <a:lvl1pPr>
              <a:defRPr sz="511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C429C5-1FDA-D8F3-5483-D9B85979E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510" y="3909544"/>
            <a:ext cx="10953750" cy="1277937"/>
          </a:xfrm>
        </p:spPr>
        <p:txBody>
          <a:bodyPr/>
          <a:lstStyle>
            <a:lvl1pPr marL="0" indent="0">
              <a:buNone/>
              <a:defRPr sz="2045">
                <a:solidFill>
                  <a:schemeClr val="tx1">
                    <a:tint val="82000"/>
                  </a:schemeClr>
                </a:solidFill>
              </a:defRPr>
            </a:lvl1pPr>
            <a:lvl2pPr marL="389489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2pPr>
            <a:lvl3pPr marL="778977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3pPr>
            <a:lvl4pPr marL="1168466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4pPr>
            <a:lvl5pPr marL="1557955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5pPr>
            <a:lvl6pPr marL="1947443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6pPr>
            <a:lvl7pPr marL="2336932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7pPr>
            <a:lvl8pPr marL="2726421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8pPr>
            <a:lvl9pPr marL="3115909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7DB9A-6D64-05C1-B3BF-F50D3672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32CD35-3432-B84C-190B-7C68D0A8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EA72B9-4D5E-36AB-C51C-4E212680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28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B5C8D-E017-FCA1-744F-6281DAB6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20EF57-45CA-111F-3B8E-985B05D47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3125" y="1555162"/>
            <a:ext cx="5397500" cy="37066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78EFB7-A3DE-82E0-E32C-98465951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9375" y="1555162"/>
            <a:ext cx="5397500" cy="37066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D4B3BA-0285-AD10-9809-72F62760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5C975F-BC7C-649C-003F-06579E95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DBFE1D-ED3F-B94F-6E68-9A4ABDE8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45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70A96-4487-4911-C2BD-ABE4C439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79" y="311034"/>
            <a:ext cx="10953750" cy="112918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367BC6-1C9B-69E4-3B14-C7CDBA2DC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781" y="1432102"/>
            <a:ext cx="5372695" cy="701851"/>
          </a:xfrm>
        </p:spPr>
        <p:txBody>
          <a:bodyPr anchor="b"/>
          <a:lstStyle>
            <a:lvl1pPr marL="0" indent="0">
              <a:buNone/>
              <a:defRPr sz="2045" b="1"/>
            </a:lvl1pPr>
            <a:lvl2pPr marL="389489" indent="0">
              <a:buNone/>
              <a:defRPr sz="1704" b="1"/>
            </a:lvl2pPr>
            <a:lvl3pPr marL="778977" indent="0">
              <a:buNone/>
              <a:defRPr sz="1533" b="1"/>
            </a:lvl3pPr>
            <a:lvl4pPr marL="1168466" indent="0">
              <a:buNone/>
              <a:defRPr sz="1363" b="1"/>
            </a:lvl4pPr>
            <a:lvl5pPr marL="1557955" indent="0">
              <a:buNone/>
              <a:defRPr sz="1363" b="1"/>
            </a:lvl5pPr>
            <a:lvl6pPr marL="1947443" indent="0">
              <a:buNone/>
              <a:defRPr sz="1363" b="1"/>
            </a:lvl6pPr>
            <a:lvl7pPr marL="2336932" indent="0">
              <a:buNone/>
              <a:defRPr sz="1363" b="1"/>
            </a:lvl7pPr>
            <a:lvl8pPr marL="2726421" indent="0">
              <a:buNone/>
              <a:defRPr sz="1363" b="1"/>
            </a:lvl8pPr>
            <a:lvl9pPr marL="3115909" indent="0">
              <a:buNone/>
              <a:defRPr sz="13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3E00F8-A103-C98E-D6CF-112F9E01A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781" y="2133953"/>
            <a:ext cx="5372695" cy="31387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9D483A-6372-6659-F04D-F957F2F18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75" y="1432102"/>
            <a:ext cx="5399154" cy="701851"/>
          </a:xfrm>
        </p:spPr>
        <p:txBody>
          <a:bodyPr anchor="b"/>
          <a:lstStyle>
            <a:lvl1pPr marL="0" indent="0">
              <a:buNone/>
              <a:defRPr sz="2045" b="1"/>
            </a:lvl1pPr>
            <a:lvl2pPr marL="389489" indent="0">
              <a:buNone/>
              <a:defRPr sz="1704" b="1"/>
            </a:lvl2pPr>
            <a:lvl3pPr marL="778977" indent="0">
              <a:buNone/>
              <a:defRPr sz="1533" b="1"/>
            </a:lvl3pPr>
            <a:lvl4pPr marL="1168466" indent="0">
              <a:buNone/>
              <a:defRPr sz="1363" b="1"/>
            </a:lvl4pPr>
            <a:lvl5pPr marL="1557955" indent="0">
              <a:buNone/>
              <a:defRPr sz="1363" b="1"/>
            </a:lvl5pPr>
            <a:lvl6pPr marL="1947443" indent="0">
              <a:buNone/>
              <a:defRPr sz="1363" b="1"/>
            </a:lvl6pPr>
            <a:lvl7pPr marL="2336932" indent="0">
              <a:buNone/>
              <a:defRPr sz="1363" b="1"/>
            </a:lvl7pPr>
            <a:lvl8pPr marL="2726421" indent="0">
              <a:buNone/>
              <a:defRPr sz="1363" b="1"/>
            </a:lvl8pPr>
            <a:lvl9pPr marL="3115909" indent="0">
              <a:buNone/>
              <a:defRPr sz="13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B779E4-E597-ABB7-CA4F-785BA942D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5" y="2133953"/>
            <a:ext cx="5399154" cy="31387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6D91ADD-DA82-1942-31F5-40EC8A40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F3467D-C8ED-8647-88D1-4FDAF12B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33152B-8940-BABC-FD56-B0917C9E8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12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B3F7C-839D-5D19-D3E8-6C86465A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27BC8A-1015-B7C2-4C1D-81C44C5F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78E7E2-C4EF-EE46-FFD1-C771F878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2FC956-E096-85DD-F43A-FAFD8D7B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33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E15A82-B27A-7908-4A7C-5D07AAC4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8CF119-FFE5-AC09-27E1-5BAE7091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53FC7A-F00A-1CFB-CDEF-967F73E8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15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7CD9DC-6597-6883-1F5C-4991C9B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389467"/>
            <a:ext cx="4096080" cy="1363133"/>
          </a:xfrm>
        </p:spPr>
        <p:txBody>
          <a:bodyPr anchor="b"/>
          <a:lstStyle>
            <a:lvl1pPr>
              <a:defRPr sz="27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63E31-3E1E-89A0-BBD1-1EE6CEF0E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155" y="841141"/>
            <a:ext cx="6429375" cy="4151606"/>
          </a:xfrm>
        </p:spPr>
        <p:txBody>
          <a:bodyPr/>
          <a:lstStyle>
            <a:lvl1pPr>
              <a:defRPr sz="2726"/>
            </a:lvl1pPr>
            <a:lvl2pPr>
              <a:defRPr sz="2385"/>
            </a:lvl2pPr>
            <a:lvl3pPr>
              <a:defRPr sz="2045"/>
            </a:lvl3pPr>
            <a:lvl4pPr>
              <a:defRPr sz="1704"/>
            </a:lvl4pPr>
            <a:lvl5pPr>
              <a:defRPr sz="1704"/>
            </a:lvl5pPr>
            <a:lvl6pPr>
              <a:defRPr sz="1704"/>
            </a:lvl6pPr>
            <a:lvl7pPr>
              <a:defRPr sz="1704"/>
            </a:lvl7pPr>
            <a:lvl8pPr>
              <a:defRPr sz="1704"/>
            </a:lvl8pPr>
            <a:lvl9pPr>
              <a:defRPr sz="170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59835-49EB-05EB-FF80-21E12E058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1752600"/>
            <a:ext cx="4096080" cy="3246908"/>
          </a:xfrm>
        </p:spPr>
        <p:txBody>
          <a:bodyPr/>
          <a:lstStyle>
            <a:lvl1pPr marL="0" indent="0">
              <a:buNone/>
              <a:defRPr sz="1363"/>
            </a:lvl1pPr>
            <a:lvl2pPr marL="389489" indent="0">
              <a:buNone/>
              <a:defRPr sz="1193"/>
            </a:lvl2pPr>
            <a:lvl3pPr marL="778977" indent="0">
              <a:buNone/>
              <a:defRPr sz="1022"/>
            </a:lvl3pPr>
            <a:lvl4pPr marL="1168466" indent="0">
              <a:buNone/>
              <a:defRPr sz="852"/>
            </a:lvl4pPr>
            <a:lvl5pPr marL="1557955" indent="0">
              <a:buNone/>
              <a:defRPr sz="852"/>
            </a:lvl5pPr>
            <a:lvl6pPr marL="1947443" indent="0">
              <a:buNone/>
              <a:defRPr sz="852"/>
            </a:lvl6pPr>
            <a:lvl7pPr marL="2336932" indent="0">
              <a:buNone/>
              <a:defRPr sz="852"/>
            </a:lvl7pPr>
            <a:lvl8pPr marL="2726421" indent="0">
              <a:buNone/>
              <a:defRPr sz="852"/>
            </a:lvl8pPr>
            <a:lvl9pPr marL="3115909" indent="0">
              <a:buNone/>
              <a:defRPr sz="85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2DA6E0-7CED-D0A3-D54A-FBE70EB8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4312F6-96DB-1864-C67F-B301DFD7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83B54C-2525-13FB-85EE-F4805B12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26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CD1E4-5763-3567-7602-B3EEC2E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389467"/>
            <a:ext cx="4096080" cy="1363133"/>
          </a:xfrm>
        </p:spPr>
        <p:txBody>
          <a:bodyPr anchor="b"/>
          <a:lstStyle>
            <a:lvl1pPr>
              <a:defRPr sz="27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474D37-3C46-2959-3A47-5FC8972F0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99155" y="841141"/>
            <a:ext cx="6429375" cy="4151606"/>
          </a:xfrm>
        </p:spPr>
        <p:txBody>
          <a:bodyPr/>
          <a:lstStyle>
            <a:lvl1pPr marL="0" indent="0">
              <a:buNone/>
              <a:defRPr sz="2726"/>
            </a:lvl1pPr>
            <a:lvl2pPr marL="389489" indent="0">
              <a:buNone/>
              <a:defRPr sz="2385"/>
            </a:lvl2pPr>
            <a:lvl3pPr marL="778977" indent="0">
              <a:buNone/>
              <a:defRPr sz="2045"/>
            </a:lvl3pPr>
            <a:lvl4pPr marL="1168466" indent="0">
              <a:buNone/>
              <a:defRPr sz="1704"/>
            </a:lvl4pPr>
            <a:lvl5pPr marL="1557955" indent="0">
              <a:buNone/>
              <a:defRPr sz="1704"/>
            </a:lvl5pPr>
            <a:lvl6pPr marL="1947443" indent="0">
              <a:buNone/>
              <a:defRPr sz="1704"/>
            </a:lvl6pPr>
            <a:lvl7pPr marL="2336932" indent="0">
              <a:buNone/>
              <a:defRPr sz="1704"/>
            </a:lvl7pPr>
            <a:lvl8pPr marL="2726421" indent="0">
              <a:buNone/>
              <a:defRPr sz="1704"/>
            </a:lvl8pPr>
            <a:lvl9pPr marL="3115909" indent="0">
              <a:buNone/>
              <a:defRPr sz="1704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E1437C-AE4D-B378-AE6B-26EDAA04A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1752600"/>
            <a:ext cx="4096080" cy="3246908"/>
          </a:xfrm>
        </p:spPr>
        <p:txBody>
          <a:bodyPr/>
          <a:lstStyle>
            <a:lvl1pPr marL="0" indent="0">
              <a:buNone/>
              <a:defRPr sz="1363"/>
            </a:lvl1pPr>
            <a:lvl2pPr marL="389489" indent="0">
              <a:buNone/>
              <a:defRPr sz="1193"/>
            </a:lvl2pPr>
            <a:lvl3pPr marL="778977" indent="0">
              <a:buNone/>
              <a:defRPr sz="1022"/>
            </a:lvl3pPr>
            <a:lvl4pPr marL="1168466" indent="0">
              <a:buNone/>
              <a:defRPr sz="852"/>
            </a:lvl4pPr>
            <a:lvl5pPr marL="1557955" indent="0">
              <a:buNone/>
              <a:defRPr sz="852"/>
            </a:lvl5pPr>
            <a:lvl6pPr marL="1947443" indent="0">
              <a:buNone/>
              <a:defRPr sz="852"/>
            </a:lvl6pPr>
            <a:lvl7pPr marL="2336932" indent="0">
              <a:buNone/>
              <a:defRPr sz="852"/>
            </a:lvl7pPr>
            <a:lvl8pPr marL="2726421" indent="0">
              <a:buNone/>
              <a:defRPr sz="852"/>
            </a:lvl8pPr>
            <a:lvl9pPr marL="3115909" indent="0">
              <a:buNone/>
              <a:defRPr sz="85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9956C5-C5BE-D3A2-DB4F-904E8382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D547AF-98A3-21BF-96F5-186ED156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7323F7-D3B4-404C-0336-F5F72DA3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34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0D8DF-99D7-F54C-AAD5-773D68C2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B3F2E8-E305-A0DA-DDB8-007CF3C0C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2AAB2B-96FF-7D97-975E-515E2CB0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9D8826-AE59-8000-E44A-B5834CD68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30E52B-7654-A2CB-7671-B0917F1A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68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7FE87B-91A7-BA70-67A0-D5962A75B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88437" y="311032"/>
            <a:ext cx="2738438" cy="49508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D5A955-CA8E-9DCE-7490-20252E76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73126" y="311032"/>
            <a:ext cx="8056563" cy="49508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94E934-8EFC-F85D-5C9C-FB7F1CF0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8FA61F-1BA4-688F-7CFF-B3CC11FA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8BD6CE-F062-E84B-77C2-84800DEC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33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6B1E96-E1A7-A74D-710F-20E0882F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5" y="311034"/>
            <a:ext cx="10953750" cy="1129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482942-7D08-7A1C-A1BC-8272BDDBB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125" y="1555162"/>
            <a:ext cx="10953750" cy="370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8CE1EF-6FEF-C149-32F6-C9B2B8D24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125" y="5414670"/>
            <a:ext cx="285750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3C16D-CC5B-4681-8DC2-91DF2744339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DE8681-16E6-1CE1-244E-DB8C3B939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5414670"/>
            <a:ext cx="428625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5B5E6B-F761-8B21-A47A-F92DE7E9E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5414670"/>
            <a:ext cx="285750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F56B2-4225-4500-AB80-2ED1D5A5C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41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78977" rtl="0" eaLnBrk="1" latinLnBrk="0" hangingPunct="1">
        <a:lnSpc>
          <a:spcPct val="90000"/>
        </a:lnSpc>
        <a:spcBef>
          <a:spcPct val="0"/>
        </a:spcBef>
        <a:buNone/>
        <a:defRPr sz="37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744" indent="-194744" algn="l" defTabSz="778977" rtl="0" eaLnBrk="1" latinLnBrk="0" hangingPunct="1">
        <a:lnSpc>
          <a:spcPct val="90000"/>
        </a:lnSpc>
        <a:spcBef>
          <a:spcPts val="852"/>
        </a:spcBef>
        <a:buFont typeface="Arial" panose="020B0604020202020204" pitchFamily="34" charset="0"/>
        <a:buChar char="•"/>
        <a:defRPr sz="2385" kern="1200">
          <a:solidFill>
            <a:schemeClr val="tx1"/>
          </a:solidFill>
          <a:latin typeface="+mn-lt"/>
          <a:ea typeface="+mn-ea"/>
          <a:cs typeface="+mn-cs"/>
        </a:defRPr>
      </a:lvl1pPr>
      <a:lvl2pPr marL="584233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2045" kern="1200">
          <a:solidFill>
            <a:schemeClr val="tx1"/>
          </a:solidFill>
          <a:latin typeface="+mn-lt"/>
          <a:ea typeface="+mn-ea"/>
          <a:cs typeface="+mn-cs"/>
        </a:defRPr>
      </a:lvl2pPr>
      <a:lvl3pPr marL="973722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3pPr>
      <a:lvl4pPr marL="1363210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752699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2142188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531676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921165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310654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1pPr>
      <a:lvl2pPr marL="389489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78977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168466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557955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1947443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336932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726421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115909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70F06A9-82CC-C6E5-6E97-DFE817C530E1}"/>
              </a:ext>
            </a:extLst>
          </p:cNvPr>
          <p:cNvSpPr txBox="1"/>
          <p:nvPr/>
        </p:nvSpPr>
        <p:spPr>
          <a:xfrm>
            <a:off x="609600" y="152400"/>
            <a:ext cx="44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 b="1">
                <a:solidFill>
                  <a:srgbClr val="222222"/>
                </a:solidFill>
                <a:latin typeface="Arial" panose="020B0604020202020204" pitchFamily="34" charset="0"/>
              </a:rPr>
              <a:t>(a)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7C528EFE-5AA0-5090-6CCC-FAAC32058DC4}"/>
              </a:ext>
            </a:extLst>
          </p:cNvPr>
          <p:cNvCxnSpPr/>
          <p:nvPr/>
        </p:nvCxnSpPr>
        <p:spPr>
          <a:xfrm>
            <a:off x="914400" y="4419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5C9C5F94-7676-984C-B9D1-81C607EC612F}"/>
              </a:ext>
            </a:extLst>
          </p:cNvPr>
          <p:cNvSpPr txBox="1"/>
          <p:nvPr/>
        </p:nvSpPr>
        <p:spPr>
          <a:xfrm>
            <a:off x="355600" y="4318000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0.000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0296F31-D8B2-5E56-5487-35D4A584D5AE}"/>
              </a:ext>
            </a:extLst>
          </p:cNvPr>
          <p:cNvCxnSpPr/>
          <p:nvPr/>
        </p:nvCxnSpPr>
        <p:spPr>
          <a:xfrm>
            <a:off x="914400" y="34671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87D02C10-3D75-685F-C347-CD41A794253F}"/>
              </a:ext>
            </a:extLst>
          </p:cNvPr>
          <p:cNvSpPr txBox="1"/>
          <p:nvPr/>
        </p:nvSpPr>
        <p:spPr>
          <a:xfrm>
            <a:off x="355600" y="3365500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0.005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36D069-776E-E69E-0AFD-94A1D3B48F96}"/>
              </a:ext>
            </a:extLst>
          </p:cNvPr>
          <p:cNvCxnSpPr/>
          <p:nvPr/>
        </p:nvCxnSpPr>
        <p:spPr>
          <a:xfrm>
            <a:off x="914400" y="2514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B318A4E8-8175-A401-7568-9FAA9C264945}"/>
              </a:ext>
            </a:extLst>
          </p:cNvPr>
          <p:cNvSpPr txBox="1"/>
          <p:nvPr/>
        </p:nvSpPr>
        <p:spPr>
          <a:xfrm>
            <a:off x="355600" y="2413000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0.010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CAF8683-BA68-E970-DB29-4125BB46712D}"/>
              </a:ext>
            </a:extLst>
          </p:cNvPr>
          <p:cNvCxnSpPr/>
          <p:nvPr/>
        </p:nvCxnSpPr>
        <p:spPr>
          <a:xfrm>
            <a:off x="914400" y="15621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C4AD8FA-89FF-A3A7-E6F1-1525C0271485}"/>
              </a:ext>
            </a:extLst>
          </p:cNvPr>
          <p:cNvSpPr txBox="1"/>
          <p:nvPr/>
        </p:nvSpPr>
        <p:spPr>
          <a:xfrm>
            <a:off x="355600" y="1460500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0.015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1F6971A-73B0-6642-F073-4E3A9A3BAD60}"/>
              </a:ext>
            </a:extLst>
          </p:cNvPr>
          <p:cNvCxnSpPr/>
          <p:nvPr/>
        </p:nvCxnSpPr>
        <p:spPr>
          <a:xfrm>
            <a:off x="914400" y="609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FDA64176-9623-E06A-478A-CFC237A2C90C}"/>
              </a:ext>
            </a:extLst>
          </p:cNvPr>
          <p:cNvSpPr txBox="1"/>
          <p:nvPr/>
        </p:nvSpPr>
        <p:spPr>
          <a:xfrm>
            <a:off x="355600" y="508000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0.020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32FF6C1-4661-9BFB-E0A3-A45A7CBF9AF6}"/>
              </a:ext>
            </a:extLst>
          </p:cNvPr>
          <p:cNvCxnSpPr/>
          <p:nvPr/>
        </p:nvCxnSpPr>
        <p:spPr>
          <a:xfrm>
            <a:off x="914400" y="609600"/>
            <a:ext cx="0" cy="381000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6512DAB-E79C-2838-FD8C-CCC59B058FB7}"/>
              </a:ext>
            </a:extLst>
          </p:cNvPr>
          <p:cNvCxnSpPr/>
          <p:nvPr/>
        </p:nvCxnSpPr>
        <p:spPr>
          <a:xfrm>
            <a:off x="914400" y="4419600"/>
            <a:ext cx="5207000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4887C0DB-2728-469F-72ED-2D1AB18E0C8B}"/>
              </a:ext>
            </a:extLst>
          </p:cNvPr>
          <p:cNvSpPr/>
          <p:nvPr/>
        </p:nvSpPr>
        <p:spPr>
          <a:xfrm>
            <a:off x="1308100" y="1750505"/>
            <a:ext cx="292100" cy="2669095"/>
          </a:xfrm>
          <a:prstGeom prst="rect">
            <a:avLst/>
          </a:prstGeom>
          <a:solidFill>
            <a:srgbClr val="59C7C2">
              <a:alpha val="48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53F0BE1-0641-3F9A-70E9-C681E9865229}"/>
              </a:ext>
            </a:extLst>
          </p:cNvPr>
          <p:cNvSpPr/>
          <p:nvPr/>
        </p:nvSpPr>
        <p:spPr>
          <a:xfrm>
            <a:off x="1701800" y="1012507"/>
            <a:ext cx="292100" cy="3407093"/>
          </a:xfrm>
          <a:prstGeom prst="rect">
            <a:avLst/>
          </a:prstGeom>
          <a:solidFill>
            <a:srgbClr val="59C7C2">
              <a:alpha val="96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809FD78-F190-74EC-76F3-A68173D3F7A4}"/>
              </a:ext>
            </a:extLst>
          </p:cNvPr>
          <p:cNvSpPr txBox="1"/>
          <p:nvPr/>
        </p:nvSpPr>
        <p:spPr>
          <a:xfrm>
            <a:off x="1155700" y="1521904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0.0140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DBAE0ED-5D12-8016-42B5-3705013ABFAC}"/>
              </a:ext>
            </a:extLst>
          </p:cNvPr>
          <p:cNvSpPr txBox="1"/>
          <p:nvPr/>
        </p:nvSpPr>
        <p:spPr>
          <a:xfrm>
            <a:off x="1549400" y="783907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0.0179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27FE6C1-D546-2164-35B1-0FC006BAFD77}"/>
              </a:ext>
            </a:extLst>
          </p:cNvPr>
          <p:cNvSpPr txBox="1"/>
          <p:nvPr/>
        </p:nvSpPr>
        <p:spPr>
          <a:xfrm>
            <a:off x="12192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CNN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60746ED-DB07-BF67-60A1-54453BED4624}"/>
              </a:ext>
            </a:extLst>
          </p:cNvPr>
          <p:cNvSpPr/>
          <p:nvPr/>
        </p:nvSpPr>
        <p:spPr>
          <a:xfrm>
            <a:off x="2514600" y="2061782"/>
            <a:ext cx="292100" cy="2357818"/>
          </a:xfrm>
          <a:prstGeom prst="rect">
            <a:avLst/>
          </a:prstGeom>
          <a:solidFill>
            <a:srgbClr val="59E83A">
              <a:alpha val="48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830DC9C-3F04-8FB2-C4A4-50EF3DB54B31}"/>
              </a:ext>
            </a:extLst>
          </p:cNvPr>
          <p:cNvSpPr/>
          <p:nvPr/>
        </p:nvSpPr>
        <p:spPr>
          <a:xfrm>
            <a:off x="2908300" y="1514856"/>
            <a:ext cx="292100" cy="2904744"/>
          </a:xfrm>
          <a:prstGeom prst="rect">
            <a:avLst/>
          </a:prstGeom>
          <a:solidFill>
            <a:srgbClr val="59E83A">
              <a:alpha val="96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89B21D4-F900-735C-CBAD-7DE4518AFA06}"/>
              </a:ext>
            </a:extLst>
          </p:cNvPr>
          <p:cNvSpPr txBox="1"/>
          <p:nvPr/>
        </p:nvSpPr>
        <p:spPr>
          <a:xfrm>
            <a:off x="2362200" y="1833182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0.0124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B31FAF7-5D4D-56B4-E939-A792D42A3929}"/>
              </a:ext>
            </a:extLst>
          </p:cNvPr>
          <p:cNvSpPr txBox="1"/>
          <p:nvPr/>
        </p:nvSpPr>
        <p:spPr>
          <a:xfrm>
            <a:off x="2755900" y="1286256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0.0152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6016037-B745-3B89-38AD-9C58F2102E2C}"/>
              </a:ext>
            </a:extLst>
          </p:cNvPr>
          <p:cNvSpPr txBox="1"/>
          <p:nvPr/>
        </p:nvSpPr>
        <p:spPr>
          <a:xfrm>
            <a:off x="24257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GRU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1DA77F2-ECF2-7292-4C2F-F92BD3CA86D0}"/>
              </a:ext>
            </a:extLst>
          </p:cNvPr>
          <p:cNvSpPr/>
          <p:nvPr/>
        </p:nvSpPr>
        <p:spPr>
          <a:xfrm>
            <a:off x="3721100" y="1709547"/>
            <a:ext cx="292100" cy="2710053"/>
          </a:xfrm>
          <a:prstGeom prst="rect">
            <a:avLst/>
          </a:prstGeom>
          <a:solidFill>
            <a:srgbClr val="E76B91">
              <a:alpha val="48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700CB96-0ED0-0095-50A2-8C7AEB11BCC4}"/>
              </a:ext>
            </a:extLst>
          </p:cNvPr>
          <p:cNvSpPr/>
          <p:nvPr/>
        </p:nvSpPr>
        <p:spPr>
          <a:xfrm>
            <a:off x="4114800" y="1156526"/>
            <a:ext cx="292100" cy="3263074"/>
          </a:xfrm>
          <a:prstGeom prst="rect">
            <a:avLst/>
          </a:prstGeom>
          <a:solidFill>
            <a:srgbClr val="E76B91">
              <a:alpha val="96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D96DDDC-08CE-A006-3C4B-9242CBACEF54}"/>
              </a:ext>
            </a:extLst>
          </p:cNvPr>
          <p:cNvSpPr txBox="1"/>
          <p:nvPr/>
        </p:nvSpPr>
        <p:spPr>
          <a:xfrm>
            <a:off x="3568700" y="1480947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0.0142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5080156-970D-D162-63CE-8D7DDFB3E903}"/>
              </a:ext>
            </a:extLst>
          </p:cNvPr>
          <p:cNvSpPr txBox="1"/>
          <p:nvPr/>
        </p:nvSpPr>
        <p:spPr>
          <a:xfrm>
            <a:off x="3962400" y="927926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0.0171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9B2AFB6-EEF9-438D-8333-AC5A3D872A12}"/>
              </a:ext>
            </a:extLst>
          </p:cNvPr>
          <p:cNvSpPr txBox="1"/>
          <p:nvPr/>
        </p:nvSpPr>
        <p:spPr>
          <a:xfrm>
            <a:off x="36322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LSTM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F759737-47F8-B70D-2399-52F254C2BB64}"/>
              </a:ext>
            </a:extLst>
          </p:cNvPr>
          <p:cNvSpPr/>
          <p:nvPr/>
        </p:nvSpPr>
        <p:spPr>
          <a:xfrm>
            <a:off x="4927600" y="2114169"/>
            <a:ext cx="292100" cy="2305431"/>
          </a:xfrm>
          <a:prstGeom prst="rect">
            <a:avLst/>
          </a:prstGeom>
          <a:solidFill>
            <a:srgbClr val="294862">
              <a:alpha val="48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47D8630-ECB9-344A-3289-11950BB4D3BB}"/>
              </a:ext>
            </a:extLst>
          </p:cNvPr>
          <p:cNvSpPr/>
          <p:nvPr/>
        </p:nvSpPr>
        <p:spPr>
          <a:xfrm>
            <a:off x="5321300" y="1442847"/>
            <a:ext cx="292100" cy="2976753"/>
          </a:xfrm>
          <a:prstGeom prst="rect">
            <a:avLst/>
          </a:prstGeom>
          <a:solidFill>
            <a:srgbClr val="294862">
              <a:alpha val="96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BFDE3E4-6FF4-F883-BABB-99738EBC477F}"/>
              </a:ext>
            </a:extLst>
          </p:cNvPr>
          <p:cNvSpPr txBox="1"/>
          <p:nvPr/>
        </p:nvSpPr>
        <p:spPr>
          <a:xfrm>
            <a:off x="4775200" y="1885569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0.0121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BE4E47F-9851-9BB0-3F3F-0C435BFB8279}"/>
              </a:ext>
            </a:extLst>
          </p:cNvPr>
          <p:cNvSpPr txBox="1"/>
          <p:nvPr/>
        </p:nvSpPr>
        <p:spPr>
          <a:xfrm>
            <a:off x="5168900" y="1214247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900">
                <a:solidFill>
                  <a:srgbClr val="222222"/>
                </a:solidFill>
                <a:latin typeface="Arial" panose="020B0604020202020204" pitchFamily="34" charset="0"/>
              </a:rPr>
              <a:t>0.0156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5122898-70EC-44B2-DA00-567BCE72804E}"/>
              </a:ext>
            </a:extLst>
          </p:cNvPr>
          <p:cNvSpPr txBox="1"/>
          <p:nvPr/>
        </p:nvSpPr>
        <p:spPr>
          <a:xfrm>
            <a:off x="48387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TCN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4D1192C-1B8D-17CE-B79F-9AB4EA9C2A2A}"/>
              </a:ext>
            </a:extLst>
          </p:cNvPr>
          <p:cNvSpPr/>
          <p:nvPr/>
        </p:nvSpPr>
        <p:spPr>
          <a:xfrm>
            <a:off x="2857500" y="190500"/>
            <a:ext cx="203200" cy="152400"/>
          </a:xfrm>
          <a:prstGeom prst="rect">
            <a:avLst/>
          </a:prstGeom>
          <a:solidFill>
            <a:srgbClr val="777777">
              <a:alpha val="48000"/>
            </a:srgbClr>
          </a:solidFill>
          <a:ln w="17780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66CBEF5-BB6F-658C-27A1-F623E90A657A}"/>
              </a:ext>
            </a:extLst>
          </p:cNvPr>
          <p:cNvSpPr/>
          <p:nvPr/>
        </p:nvSpPr>
        <p:spPr>
          <a:xfrm>
            <a:off x="3937000" y="190500"/>
            <a:ext cx="203200" cy="152400"/>
          </a:xfrm>
          <a:prstGeom prst="rect">
            <a:avLst/>
          </a:prstGeom>
          <a:solidFill>
            <a:srgbClr val="777777">
              <a:alpha val="96000"/>
            </a:srgbClr>
          </a:solidFill>
          <a:ln w="17780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B9A1A26-2249-EA1D-BB62-AB50A14EABB1}"/>
              </a:ext>
            </a:extLst>
          </p:cNvPr>
          <p:cNvSpPr txBox="1"/>
          <p:nvPr/>
        </p:nvSpPr>
        <p:spPr>
          <a:xfrm>
            <a:off x="3136900" y="1651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MAE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BEE7C56-0065-362E-E1D6-E613DA3DA567}"/>
              </a:ext>
            </a:extLst>
          </p:cNvPr>
          <p:cNvSpPr txBox="1"/>
          <p:nvPr/>
        </p:nvSpPr>
        <p:spPr>
          <a:xfrm>
            <a:off x="4216400" y="165100"/>
            <a:ext cx="736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RMSE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653D101-323E-1B8E-BA4C-FD1702FA86D6}"/>
              </a:ext>
            </a:extLst>
          </p:cNvPr>
          <p:cNvSpPr txBox="1"/>
          <p:nvPr/>
        </p:nvSpPr>
        <p:spPr>
          <a:xfrm rot="16200000">
            <a:off x="-698500" y="23876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>
                <a:solidFill>
                  <a:srgbClr val="222222"/>
                </a:solidFill>
                <a:latin typeface="Arial" panose="020B0604020202020204" pitchFamily="34" charset="0"/>
              </a:rPr>
              <a:t>SOH error [0-1]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A9A333A-8070-397B-322E-0A35ECDEFCDF}"/>
              </a:ext>
            </a:extLst>
          </p:cNvPr>
          <p:cNvSpPr txBox="1"/>
          <p:nvPr/>
        </p:nvSpPr>
        <p:spPr>
          <a:xfrm>
            <a:off x="2413000" y="5054600"/>
            <a:ext cx="2222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>
                <a:solidFill>
                  <a:srgbClr val="222222"/>
                </a:solidFill>
                <a:latin typeface="Arial" panose="020B0604020202020204" pitchFamily="34" charset="0"/>
              </a:rPr>
              <a:t>Architecture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A8D34EA-D382-F13E-454C-6D6C67D1D1A2}"/>
              </a:ext>
            </a:extLst>
          </p:cNvPr>
          <p:cNvSpPr txBox="1"/>
          <p:nvPr/>
        </p:nvSpPr>
        <p:spPr>
          <a:xfrm>
            <a:off x="6985000" y="152400"/>
            <a:ext cx="44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 b="1">
                <a:solidFill>
                  <a:srgbClr val="222222"/>
                </a:solidFill>
                <a:latin typeface="Arial" panose="020B0604020202020204" pitchFamily="34" charset="0"/>
              </a:rPr>
              <a:t>(b)</a:t>
            </a: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27A42A2C-1CC7-0739-B1EA-DD12905B6A89}"/>
              </a:ext>
            </a:extLst>
          </p:cNvPr>
          <p:cNvCxnSpPr/>
          <p:nvPr/>
        </p:nvCxnSpPr>
        <p:spPr>
          <a:xfrm>
            <a:off x="7315200" y="4419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D170C098-1CB5-EA82-2324-2554E6BF992A}"/>
              </a:ext>
            </a:extLst>
          </p:cNvPr>
          <p:cNvSpPr txBox="1"/>
          <p:nvPr/>
        </p:nvSpPr>
        <p:spPr>
          <a:xfrm>
            <a:off x="6832600" y="431800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17A5195-B408-B1DC-A75B-A9A4B50BE23E}"/>
              </a:ext>
            </a:extLst>
          </p:cNvPr>
          <p:cNvCxnSpPr/>
          <p:nvPr/>
        </p:nvCxnSpPr>
        <p:spPr>
          <a:xfrm>
            <a:off x="7315200" y="34671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84A011E5-7C8A-645E-6182-4CCD414B192B}"/>
              </a:ext>
            </a:extLst>
          </p:cNvPr>
          <p:cNvSpPr txBox="1"/>
          <p:nvPr/>
        </p:nvSpPr>
        <p:spPr>
          <a:xfrm>
            <a:off x="6832600" y="336550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F037507-0E73-5B5E-1971-6F6B0ABA0135}"/>
              </a:ext>
            </a:extLst>
          </p:cNvPr>
          <p:cNvCxnSpPr/>
          <p:nvPr/>
        </p:nvCxnSpPr>
        <p:spPr>
          <a:xfrm>
            <a:off x="7315200" y="2514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D32F49BF-F0EC-9BA9-73CF-EA2CCE2E68B7}"/>
              </a:ext>
            </a:extLst>
          </p:cNvPr>
          <p:cNvSpPr txBox="1"/>
          <p:nvPr/>
        </p:nvSpPr>
        <p:spPr>
          <a:xfrm>
            <a:off x="6832600" y="241300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74B7F7D-D91A-EBA1-72AE-AC96F20A75E1}"/>
              </a:ext>
            </a:extLst>
          </p:cNvPr>
          <p:cNvCxnSpPr/>
          <p:nvPr/>
        </p:nvCxnSpPr>
        <p:spPr>
          <a:xfrm>
            <a:off x="7315200" y="15621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D65C0376-BC2E-9A50-B6FB-9283E4E2ECCE}"/>
              </a:ext>
            </a:extLst>
          </p:cNvPr>
          <p:cNvSpPr txBox="1"/>
          <p:nvPr/>
        </p:nvSpPr>
        <p:spPr>
          <a:xfrm>
            <a:off x="6832600" y="146050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CE072C5-ED64-2819-360C-3DBB6503AD88}"/>
              </a:ext>
            </a:extLst>
          </p:cNvPr>
          <p:cNvCxnSpPr/>
          <p:nvPr/>
        </p:nvCxnSpPr>
        <p:spPr>
          <a:xfrm>
            <a:off x="7315200" y="609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D1649239-1C9D-F43B-2550-FDAAFA3EB161}"/>
              </a:ext>
            </a:extLst>
          </p:cNvPr>
          <p:cNvSpPr txBox="1"/>
          <p:nvPr/>
        </p:nvSpPr>
        <p:spPr>
          <a:xfrm>
            <a:off x="6832600" y="50800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4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BB46A68-06C7-B872-2A56-FE1085D66AF7}"/>
              </a:ext>
            </a:extLst>
          </p:cNvPr>
          <p:cNvCxnSpPr/>
          <p:nvPr/>
        </p:nvCxnSpPr>
        <p:spPr>
          <a:xfrm>
            <a:off x="7315200" y="609600"/>
            <a:ext cx="0" cy="381000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34E9F88-D42D-00CE-84EF-8DFDA0050D7B}"/>
              </a:ext>
            </a:extLst>
          </p:cNvPr>
          <p:cNvCxnSpPr/>
          <p:nvPr/>
        </p:nvCxnSpPr>
        <p:spPr>
          <a:xfrm>
            <a:off x="7315200" y="4419600"/>
            <a:ext cx="5029200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AF81DD5E-C59E-588A-2448-50790416D06B}"/>
              </a:ext>
            </a:extLst>
          </p:cNvPr>
          <p:cNvSpPr/>
          <p:nvPr/>
        </p:nvSpPr>
        <p:spPr>
          <a:xfrm>
            <a:off x="7683500" y="2590800"/>
            <a:ext cx="635000" cy="1828800"/>
          </a:xfrm>
          <a:prstGeom prst="rect">
            <a:avLst/>
          </a:prstGeom>
          <a:solidFill>
            <a:srgbClr val="59C7C2">
              <a:alpha val="72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A755D18C-D803-5073-DD25-F31DD9EE3DBA}"/>
              </a:ext>
            </a:extLst>
          </p:cNvPr>
          <p:cNvSpPr txBox="1"/>
          <p:nvPr/>
        </p:nvSpPr>
        <p:spPr>
          <a:xfrm>
            <a:off x="7556500" y="23368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1.920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EEF62A-3540-D08F-D9EB-506AD3A247A8}"/>
              </a:ext>
            </a:extLst>
          </p:cNvPr>
          <p:cNvSpPr txBox="1"/>
          <p:nvPr/>
        </p:nvSpPr>
        <p:spPr>
          <a:xfrm>
            <a:off x="75692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CNN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79361A2E-BB16-120C-9CB4-09C5C75D81A7}"/>
              </a:ext>
            </a:extLst>
          </p:cNvPr>
          <p:cNvSpPr/>
          <p:nvPr/>
        </p:nvSpPr>
        <p:spPr>
          <a:xfrm>
            <a:off x="8890000" y="1351598"/>
            <a:ext cx="635000" cy="3068002"/>
          </a:xfrm>
          <a:prstGeom prst="rect">
            <a:avLst/>
          </a:prstGeom>
          <a:solidFill>
            <a:srgbClr val="59E83A">
              <a:alpha val="72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E28DA2A-FBC1-4CAC-63FC-B215FADD1F01}"/>
              </a:ext>
            </a:extLst>
          </p:cNvPr>
          <p:cNvSpPr txBox="1"/>
          <p:nvPr/>
        </p:nvSpPr>
        <p:spPr>
          <a:xfrm>
            <a:off x="8763000" y="1097598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3.221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3AE8959C-F7F8-F0B2-6654-FD4EFCFCEF6E}"/>
              </a:ext>
            </a:extLst>
          </p:cNvPr>
          <p:cNvSpPr txBox="1"/>
          <p:nvPr/>
        </p:nvSpPr>
        <p:spPr>
          <a:xfrm>
            <a:off x="87757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GRU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DF2EF55-6368-A962-82B2-CD9E20758ACC}"/>
              </a:ext>
            </a:extLst>
          </p:cNvPr>
          <p:cNvSpPr/>
          <p:nvPr/>
        </p:nvSpPr>
        <p:spPr>
          <a:xfrm>
            <a:off x="10096500" y="1163955"/>
            <a:ext cx="635000" cy="3255645"/>
          </a:xfrm>
          <a:prstGeom prst="rect">
            <a:avLst/>
          </a:prstGeom>
          <a:solidFill>
            <a:srgbClr val="E76B91">
              <a:alpha val="72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2EB33AE-E0F3-98AE-9886-9E6126445246}"/>
              </a:ext>
            </a:extLst>
          </p:cNvPr>
          <p:cNvSpPr txBox="1"/>
          <p:nvPr/>
        </p:nvSpPr>
        <p:spPr>
          <a:xfrm>
            <a:off x="9969500" y="909955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3.418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58CA13E1-09BB-B73B-4EF8-49E7227E193F}"/>
              </a:ext>
            </a:extLst>
          </p:cNvPr>
          <p:cNvSpPr txBox="1"/>
          <p:nvPr/>
        </p:nvSpPr>
        <p:spPr>
          <a:xfrm>
            <a:off x="99822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LSTM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B0925F1-5B60-90CB-95ED-ADC40D203F16}"/>
              </a:ext>
            </a:extLst>
          </p:cNvPr>
          <p:cNvSpPr/>
          <p:nvPr/>
        </p:nvSpPr>
        <p:spPr>
          <a:xfrm>
            <a:off x="11303000" y="2821305"/>
            <a:ext cx="635000" cy="1598295"/>
          </a:xfrm>
          <a:prstGeom prst="rect">
            <a:avLst/>
          </a:prstGeom>
          <a:solidFill>
            <a:srgbClr val="294862">
              <a:alpha val="72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8F16532-CC2B-ACFE-4BD5-649BD5FBCD65}"/>
              </a:ext>
            </a:extLst>
          </p:cNvPr>
          <p:cNvSpPr txBox="1"/>
          <p:nvPr/>
        </p:nvSpPr>
        <p:spPr>
          <a:xfrm>
            <a:off x="11176000" y="2567305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1.678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501E24F-5AE5-5F9F-E552-892521BDC7EB}"/>
              </a:ext>
            </a:extLst>
          </p:cNvPr>
          <p:cNvSpPr txBox="1"/>
          <p:nvPr/>
        </p:nvSpPr>
        <p:spPr>
          <a:xfrm>
            <a:off x="11188700" y="4495800"/>
            <a:ext cx="86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rgbClr val="222222"/>
                </a:solidFill>
                <a:latin typeface="Arial" panose="020B0604020202020204" pitchFamily="34" charset="0"/>
              </a:rPr>
              <a:t>TCN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59FC0F8-D37D-73A3-3598-6F77D861E6C6}"/>
              </a:ext>
            </a:extLst>
          </p:cNvPr>
          <p:cNvSpPr txBox="1"/>
          <p:nvPr/>
        </p:nvSpPr>
        <p:spPr>
          <a:xfrm rot="16200000">
            <a:off x="5715000" y="23876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>
                <a:solidFill>
                  <a:srgbClr val="222222"/>
                </a:solidFill>
                <a:latin typeface="Arial" panose="020B0604020202020204" pitchFamily="34" charset="0"/>
              </a:rPr>
              <a:t>FP32 weights [MiB]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CB717C47-884D-3918-6E44-F865B7C88942}"/>
              </a:ext>
            </a:extLst>
          </p:cNvPr>
          <p:cNvSpPr txBox="1"/>
          <p:nvPr/>
        </p:nvSpPr>
        <p:spPr>
          <a:xfrm>
            <a:off x="8763000" y="5054600"/>
            <a:ext cx="2222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>
                <a:solidFill>
                  <a:srgbClr val="222222"/>
                </a:solidFill>
                <a:latin typeface="Arial" panose="020B0604020202020204" pitchFamily="34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91915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Benutzerdefiniert</PresentationFormat>
  <Paragraphs>38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0562860610859421</dc:creator>
  <cp:lastModifiedBy>TU-Pseudonym 0562860610859421</cp:lastModifiedBy>
  <cp:revision>1</cp:revision>
  <dcterms:created xsi:type="dcterms:W3CDTF">2026-08-17T10:27:05Z</dcterms:created>
  <dcterms:modified xsi:type="dcterms:W3CDTF">2026-08-17T10:27:05Z</dcterms:modified>
</cp:coreProperties>
</file>